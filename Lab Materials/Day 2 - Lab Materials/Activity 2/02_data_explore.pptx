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05" r:id="rId2"/>
    <p:sldId id="520" r:id="rId3"/>
    <p:sldId id="514" r:id="rId4"/>
    <p:sldId id="515" r:id="rId5"/>
    <p:sldId id="517" r:id="rId6"/>
    <p:sldId id="519" r:id="rId7"/>
    <p:sldId id="406" r:id="rId8"/>
    <p:sldId id="448" r:id="rId9"/>
    <p:sldId id="279" r:id="rId10"/>
    <p:sldId id="281" r:id="rId11"/>
    <p:sldId id="280" r:id="rId12"/>
    <p:sldId id="446" r:id="rId13"/>
    <p:sldId id="433" r:id="rId14"/>
    <p:sldId id="436" r:id="rId15"/>
    <p:sldId id="451" r:id="rId16"/>
    <p:sldId id="437" r:id="rId17"/>
    <p:sldId id="411" r:id="rId18"/>
    <p:sldId id="438" r:id="rId19"/>
    <p:sldId id="453" r:id="rId20"/>
    <p:sldId id="455" r:id="rId21"/>
    <p:sldId id="440" r:id="rId22"/>
    <p:sldId id="441" r:id="rId23"/>
    <p:sldId id="422" r:id="rId24"/>
    <p:sldId id="452" r:id="rId25"/>
    <p:sldId id="442" r:id="rId26"/>
    <p:sldId id="412" r:id="rId27"/>
    <p:sldId id="454" r:id="rId28"/>
    <p:sldId id="450" r:id="rId29"/>
    <p:sldId id="444" r:id="rId30"/>
    <p:sldId id="409" r:id="rId31"/>
    <p:sldId id="42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CF8"/>
    <a:srgbClr val="FFF4EC"/>
    <a:srgbClr val="DCEAF7"/>
    <a:srgbClr val="E8F4F8"/>
    <a:srgbClr val="8B97A2"/>
    <a:srgbClr val="9BA5AF"/>
    <a:srgbClr val="F0F9FF"/>
    <a:srgbClr val="FFF7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08A77-B823-48D1-BA74-5F6E3A5BFD29}" v="73" dt="2026-07-19T22:35:25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464" autoAdjust="0"/>
  </p:normalViewPr>
  <p:slideViewPr>
    <p:cSldViewPr snapToGrid="0">
      <p:cViewPr varScale="1">
        <p:scale>
          <a:sx n="60" d="100"/>
          <a:sy n="60" d="100"/>
        </p:scale>
        <p:origin x="1550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8CD3F0DC-5380-413B-BA1A-8DCBF15377B9}"/>
    <pc:docChg chg="undo custSel modSld">
      <pc:chgData name="ambleic@clemson.edu" userId="43615028507_tp_box_2" providerId="OAuth2" clId="{8CD3F0DC-5380-413B-BA1A-8DCBF15377B9}" dt="2026-07-08T15:02:56.772" v="47" actId="20577"/>
      <pc:docMkLst>
        <pc:docMk/>
      </pc:docMkLst>
      <pc:sldChg chg="modSp mod">
        <pc:chgData name="ambleic@clemson.edu" userId="43615028507_tp_box_2" providerId="OAuth2" clId="{8CD3F0DC-5380-413B-BA1A-8DCBF15377B9}" dt="2026-07-06T13:18:25.520" v="0" actId="20577"/>
        <pc:sldMkLst>
          <pc:docMk/>
          <pc:sldMk cId="3675561247" sldId="433"/>
        </pc:sldMkLst>
        <pc:spChg chg="mod">
          <ac:chgData name="ambleic@clemson.edu" userId="43615028507_tp_box_2" providerId="OAuth2" clId="{8CD3F0DC-5380-413B-BA1A-8DCBF15377B9}" dt="2026-07-06T13:18:25.520" v="0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 mod">
        <pc:chgData name="ambleic@clemson.edu" userId="43615028507_tp_box_2" providerId="OAuth2" clId="{8CD3F0DC-5380-413B-BA1A-8DCBF15377B9}" dt="2026-07-06T13:18:35.863" v="2" actId="20577"/>
        <pc:sldMkLst>
          <pc:docMk/>
          <pc:sldMk cId="2254084080" sldId="440"/>
        </pc:sldMkLst>
        <pc:spChg chg="mod">
          <ac:chgData name="ambleic@clemson.edu" userId="43615028507_tp_box_2" providerId="OAuth2" clId="{8CD3F0DC-5380-413B-BA1A-8DCBF15377B9}" dt="2026-07-06T13:18:35.863" v="2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8CD3F0DC-5380-413B-BA1A-8DCBF15377B9}" dt="2026-07-08T15:02:56.772" v="47" actId="20577"/>
        <pc:sldMkLst>
          <pc:docMk/>
          <pc:sldMk cId="2792259037" sldId="441"/>
        </pc:sldMkLst>
        <pc:spChg chg="mod">
          <ac:chgData name="ambleic@clemson.edu" userId="43615028507_tp_box_2" providerId="OAuth2" clId="{8CD3F0DC-5380-413B-BA1A-8DCBF15377B9}" dt="2026-07-08T15:02:56.772" v="47" actId="20577"/>
          <ac:spMkLst>
            <pc:docMk/>
            <pc:sldMk cId="2792259037" sldId="441"/>
            <ac:spMk id="21" creationId="{6E10CC6F-141E-6C6E-22DF-BD5135819AB3}"/>
          </ac:spMkLst>
        </pc:spChg>
      </pc:sldChg>
      <pc:sldChg chg="modSp mod">
        <pc:chgData name="ambleic@clemson.edu" userId="43615028507_tp_box_2" providerId="OAuth2" clId="{8CD3F0DC-5380-413B-BA1A-8DCBF15377B9}" dt="2026-07-06T13:18:44.892" v="3" actId="20577"/>
        <pc:sldMkLst>
          <pc:docMk/>
          <pc:sldMk cId="191535080" sldId="444"/>
        </pc:sldMkLst>
        <pc:spChg chg="mod">
          <ac:chgData name="ambleic@clemson.edu" userId="43615028507_tp_box_2" providerId="OAuth2" clId="{8CD3F0DC-5380-413B-BA1A-8DCBF15377B9}" dt="2026-07-06T13:18:44.892" v="3" actId="20577"/>
          <ac:spMkLst>
            <pc:docMk/>
            <pc:sldMk cId="191535080" sldId="444"/>
            <ac:spMk id="21" creationId="{DB5B5F8F-147D-7C12-9ECB-A1D4EF826EBF}"/>
          </ac:spMkLst>
        </pc:spChg>
      </pc:sldChg>
    </pc:docChg>
  </pc:docChgLst>
  <pc:docChgLst>
    <pc:chgData name="ambleic@clemson.edu" userId="43615028507_tp_box_2" providerId="OAuth2" clId="{5F4B9ABB-DEB5-4DC3-A8F9-1752A2D02C85}"/>
    <pc:docChg chg="undo custSel addSld delSld modSld">
      <pc:chgData name="ambleic@clemson.edu" userId="43615028507_tp_box_2" providerId="OAuth2" clId="{5F4B9ABB-DEB5-4DC3-A8F9-1752A2D02C85}" dt="2026-07-20T12:59:33.878" v="380" actId="20577"/>
      <pc:docMkLst>
        <pc:docMk/>
      </pc:docMkLst>
      <pc:sldChg chg="modSp">
        <pc:chgData name="ambleic@clemson.edu" userId="43615028507_tp_box_2" providerId="OAuth2" clId="{5F4B9ABB-DEB5-4DC3-A8F9-1752A2D02C85}" dt="2026-07-19T22:13:28.022" v="336" actId="20577"/>
        <pc:sldMkLst>
          <pc:docMk/>
          <pc:sldMk cId="0" sldId="279"/>
        </pc:sldMkLst>
        <pc:spChg chg="mod">
          <ac:chgData name="ambleic@clemson.edu" userId="43615028507_tp_box_2" providerId="OAuth2" clId="{5F4B9ABB-DEB5-4DC3-A8F9-1752A2D02C85}" dt="2026-07-19T22:13:23.680" v="334" actId="20577"/>
          <ac:spMkLst>
            <pc:docMk/>
            <pc:sldMk cId="0" sldId="279"/>
            <ac:spMk id="8" creationId="{E7DD4A7F-2948-9907-3392-89C7C243C88F}"/>
          </ac:spMkLst>
        </pc:spChg>
        <pc:spChg chg="mod">
          <ac:chgData name="ambleic@clemson.edu" userId="43615028507_tp_box_2" providerId="OAuth2" clId="{5F4B9ABB-DEB5-4DC3-A8F9-1752A2D02C85}" dt="2026-07-19T22:13:28.022" v="336" actId="20577"/>
          <ac:spMkLst>
            <pc:docMk/>
            <pc:sldMk cId="0" sldId="279"/>
            <ac:spMk id="10" creationId="{79806C4B-E718-9A71-8DED-03DB3491E176}"/>
          </ac:spMkLst>
        </pc:spChg>
      </pc:sldChg>
      <pc:sldChg chg="modSp modNotesTx">
        <pc:chgData name="ambleic@clemson.edu" userId="43615028507_tp_box_2" providerId="OAuth2" clId="{5F4B9ABB-DEB5-4DC3-A8F9-1752A2D02C85}" dt="2026-07-20T12:58:53.593" v="372" actId="20577"/>
        <pc:sldMkLst>
          <pc:docMk/>
          <pc:sldMk cId="0" sldId="280"/>
        </pc:sldMkLst>
        <pc:spChg chg="mod">
          <ac:chgData name="ambleic@clemson.edu" userId="43615028507_tp_box_2" providerId="OAuth2" clId="{5F4B9ABB-DEB5-4DC3-A8F9-1752A2D02C85}" dt="2026-07-19T22:35:14.154" v="360" actId="20577"/>
          <ac:spMkLst>
            <pc:docMk/>
            <pc:sldMk cId="0" sldId="280"/>
            <ac:spMk id="7" creationId="{00000000-0000-0000-0000-000000000000}"/>
          </ac:spMkLst>
        </pc:spChg>
      </pc:sldChg>
      <pc:sldChg chg="modSp mod">
        <pc:chgData name="ambleic@clemson.edu" userId="43615028507_tp_box_2" providerId="OAuth2" clId="{5F4B9ABB-DEB5-4DC3-A8F9-1752A2D02C85}" dt="2026-07-19T22:10:12.897" v="319" actId="20577"/>
        <pc:sldMkLst>
          <pc:docMk/>
          <pc:sldMk cId="3687666995" sldId="405"/>
        </pc:sldMkLst>
        <pc:spChg chg="mod">
          <ac:chgData name="ambleic@clemson.edu" userId="43615028507_tp_box_2" providerId="OAuth2" clId="{5F4B9ABB-DEB5-4DC3-A8F9-1752A2D02C85}" dt="2026-07-19T22:10:12.897" v="319" actId="20577"/>
          <ac:spMkLst>
            <pc:docMk/>
            <pc:sldMk cId="3687666995" sldId="405"/>
            <ac:spMk id="3" creationId="{39A4178C-AE0F-47AF-7BE9-B86991376138}"/>
          </ac:spMkLst>
        </pc:spChg>
      </pc:sldChg>
      <pc:sldChg chg="modSp">
        <pc:chgData name="ambleic@clemson.edu" userId="43615028507_tp_box_2" providerId="OAuth2" clId="{5F4B9ABB-DEB5-4DC3-A8F9-1752A2D02C85}" dt="2026-07-12T22:29:52.055" v="0"/>
        <pc:sldMkLst>
          <pc:docMk/>
          <pc:sldMk cId="4097132740" sldId="406"/>
        </pc:sldMkLst>
        <pc:spChg chg="mod">
          <ac:chgData name="ambleic@clemson.edu" userId="43615028507_tp_box_2" providerId="OAuth2" clId="{5F4B9ABB-DEB5-4DC3-A8F9-1752A2D02C85}" dt="2026-07-12T22:29:52.055" v="0"/>
          <ac:spMkLst>
            <pc:docMk/>
            <pc:sldMk cId="4097132740" sldId="406"/>
            <ac:spMk id="7" creationId="{2309C7BD-210F-83DC-53B0-6A7D6D98FD4C}"/>
          </ac:spMkLst>
        </pc:spChg>
      </pc:sldChg>
      <pc:sldChg chg="modSp mod">
        <pc:chgData name="ambleic@clemson.edu" userId="43615028507_tp_box_2" providerId="OAuth2" clId="{5F4B9ABB-DEB5-4DC3-A8F9-1752A2D02C85}" dt="2026-07-12T22:40:06.709" v="184" actId="20577"/>
        <pc:sldMkLst>
          <pc:docMk/>
          <pc:sldMk cId="2193672995" sldId="409"/>
        </pc:sldMkLst>
        <pc:spChg chg="mod">
          <ac:chgData name="ambleic@clemson.edu" userId="43615028507_tp_box_2" providerId="OAuth2" clId="{5F4B9ABB-DEB5-4DC3-A8F9-1752A2D02C85}" dt="2026-07-12T22:40:06.709" v="184" actId="20577"/>
          <ac:spMkLst>
            <pc:docMk/>
            <pc:sldMk cId="2193672995" sldId="409"/>
            <ac:spMk id="4" creationId="{1209DA11-B375-CAFC-D2A8-7A98652DD1AC}"/>
          </ac:spMkLst>
        </pc:spChg>
      </pc:sldChg>
      <pc:sldChg chg="modSp mod modNotesTx">
        <pc:chgData name="ambleic@clemson.edu" userId="43615028507_tp_box_2" providerId="OAuth2" clId="{5F4B9ABB-DEB5-4DC3-A8F9-1752A2D02C85}" dt="2026-07-20T12:59:25.726" v="376" actId="20577"/>
        <pc:sldMkLst>
          <pc:docMk/>
          <pc:sldMk cId="2888846883" sldId="412"/>
        </pc:sldMkLst>
        <pc:spChg chg="mod">
          <ac:chgData name="ambleic@clemson.edu" userId="43615028507_tp_box_2" providerId="OAuth2" clId="{5F4B9ABB-DEB5-4DC3-A8F9-1752A2D02C85}" dt="2026-07-12T22:38:40.585" v="169" actId="1035"/>
          <ac:spMkLst>
            <pc:docMk/>
            <pc:sldMk cId="2888846883" sldId="412"/>
            <ac:spMk id="4" creationId="{665FFAC9-8629-0053-D998-9DFFFCE5937A}"/>
          </ac:spMkLst>
        </pc:spChg>
        <pc:graphicFrameChg chg="modGraphic">
          <ac:chgData name="ambleic@clemson.edu" userId="43615028507_tp_box_2" providerId="OAuth2" clId="{5F4B9ABB-DEB5-4DC3-A8F9-1752A2D02C85}" dt="2026-07-12T22:38:35.370" v="167" actId="948"/>
          <ac:graphicFrameMkLst>
            <pc:docMk/>
            <pc:sldMk cId="2888846883" sldId="412"/>
            <ac:graphicFrameMk id="3" creationId="{A76CB0E7-0BC7-C4A3-7B28-20CA7A3EAB7D}"/>
          </ac:graphicFrameMkLst>
        </pc:graphicFrameChg>
      </pc:sldChg>
      <pc:sldChg chg="modSp del mod">
        <pc:chgData name="ambleic@clemson.edu" userId="43615028507_tp_box_2" providerId="OAuth2" clId="{5F4B9ABB-DEB5-4DC3-A8F9-1752A2D02C85}" dt="2026-07-19T20:14:14.831" v="189" actId="47"/>
        <pc:sldMkLst>
          <pc:docMk/>
          <pc:sldMk cId="2996833465" sldId="419"/>
        </pc:sldMkLst>
      </pc:sldChg>
      <pc:sldChg chg="modSp del mod">
        <pc:chgData name="ambleic@clemson.edu" userId="43615028507_tp_box_2" providerId="OAuth2" clId="{5F4B9ABB-DEB5-4DC3-A8F9-1752A2D02C85}" dt="2026-07-19T20:14:15.787" v="190" actId="47"/>
        <pc:sldMkLst>
          <pc:docMk/>
          <pc:sldMk cId="3845656810" sldId="420"/>
        </pc:sldMkLst>
      </pc:sldChg>
      <pc:sldChg chg="del">
        <pc:chgData name="ambleic@clemson.edu" userId="43615028507_tp_box_2" providerId="OAuth2" clId="{5F4B9ABB-DEB5-4DC3-A8F9-1752A2D02C85}" dt="2026-07-19T20:14:07.675" v="188" actId="47"/>
        <pc:sldMkLst>
          <pc:docMk/>
          <pc:sldMk cId="1833375455" sldId="425"/>
        </pc:sldMkLst>
      </pc:sldChg>
      <pc:sldChg chg="addSp delSp modSp del mod">
        <pc:chgData name="ambleic@clemson.edu" userId="43615028507_tp_box_2" providerId="OAuth2" clId="{5F4B9ABB-DEB5-4DC3-A8F9-1752A2D02C85}" dt="2026-07-19T20:23:00.757" v="271" actId="47"/>
        <pc:sldMkLst>
          <pc:docMk/>
          <pc:sldMk cId="3886218017" sldId="426"/>
        </pc:sldMkLst>
      </pc:sldChg>
      <pc:sldChg chg="modSp mod">
        <pc:chgData name="ambleic@clemson.edu" userId="43615028507_tp_box_2" providerId="OAuth2" clId="{5F4B9ABB-DEB5-4DC3-A8F9-1752A2D02C85}" dt="2026-07-19T22:13:53.999" v="353" actId="20577"/>
        <pc:sldMkLst>
          <pc:docMk/>
          <pc:sldMk cId="3675561247" sldId="433"/>
        </pc:sldMkLst>
        <pc:spChg chg="mod">
          <ac:chgData name="ambleic@clemson.edu" userId="43615028507_tp_box_2" providerId="OAuth2" clId="{5F4B9ABB-DEB5-4DC3-A8F9-1752A2D02C85}" dt="2026-07-12T22:32:40.609" v="13" actId="20577"/>
          <ac:spMkLst>
            <pc:docMk/>
            <pc:sldMk cId="3675561247" sldId="433"/>
            <ac:spMk id="5" creationId="{C74EC806-0E32-3193-EF8C-7DB452B56D0D}"/>
          </ac:spMkLst>
        </pc:spChg>
        <pc:spChg chg="mod">
          <ac:chgData name="ambleic@clemson.edu" userId="43615028507_tp_box_2" providerId="OAuth2" clId="{5F4B9ABB-DEB5-4DC3-A8F9-1752A2D02C85}" dt="2026-07-19T22:13:53.999" v="353" actId="20577"/>
          <ac:spMkLst>
            <pc:docMk/>
            <pc:sldMk cId="3675561247" sldId="433"/>
            <ac:spMk id="14" creationId="{7B6CA545-5518-EB58-5847-5A14FACE54FB}"/>
          </ac:spMkLst>
        </pc:spChg>
        <pc:spChg chg="mod">
          <ac:chgData name="ambleic@clemson.edu" userId="43615028507_tp_box_2" providerId="OAuth2" clId="{5F4B9ABB-DEB5-4DC3-A8F9-1752A2D02C85}" dt="2026-07-12T22:32:32.523" v="12" actId="20577"/>
          <ac:spMkLst>
            <pc:docMk/>
            <pc:sldMk cId="3675561247" sldId="433"/>
            <ac:spMk id="21" creationId="{ACE608AF-BF88-F5CD-D84C-1E48DEB0E4BD}"/>
          </ac:spMkLst>
        </pc:spChg>
      </pc:sldChg>
      <pc:sldChg chg="modSp">
        <pc:chgData name="ambleic@clemson.edu" userId="43615028507_tp_box_2" providerId="OAuth2" clId="{5F4B9ABB-DEB5-4DC3-A8F9-1752A2D02C85}" dt="2026-07-12T22:33:04.174" v="17" actId="20577"/>
        <pc:sldMkLst>
          <pc:docMk/>
          <pc:sldMk cId="929370114" sldId="437"/>
        </pc:sldMkLst>
        <pc:spChg chg="mod">
          <ac:chgData name="ambleic@clemson.edu" userId="43615028507_tp_box_2" providerId="OAuth2" clId="{5F4B9ABB-DEB5-4DC3-A8F9-1752A2D02C85}" dt="2026-07-12T22:33:04.174" v="17" actId="20577"/>
          <ac:spMkLst>
            <pc:docMk/>
            <pc:sldMk cId="929370114" sldId="437"/>
            <ac:spMk id="8" creationId="{13FF1216-316E-8DFD-57CF-84626E40C8A3}"/>
          </ac:spMkLst>
        </pc:spChg>
      </pc:sldChg>
      <pc:sldChg chg="modSp mod">
        <pc:chgData name="ambleic@clemson.edu" userId="43615028507_tp_box_2" providerId="OAuth2" clId="{5F4B9ABB-DEB5-4DC3-A8F9-1752A2D02C85}" dt="2026-07-12T22:34:39.385" v="99" actId="1036"/>
        <pc:sldMkLst>
          <pc:docMk/>
          <pc:sldMk cId="4126547631" sldId="438"/>
        </pc:sldMkLst>
        <pc:spChg chg="mod">
          <ac:chgData name="ambleic@clemson.edu" userId="43615028507_tp_box_2" providerId="OAuth2" clId="{5F4B9ABB-DEB5-4DC3-A8F9-1752A2D02C85}" dt="2026-07-12T22:34:39.385" v="99" actId="1036"/>
          <ac:spMkLst>
            <pc:docMk/>
            <pc:sldMk cId="4126547631" sldId="438"/>
            <ac:spMk id="4" creationId="{804AC924-1C69-AE9A-3D90-2D480F469A6F}"/>
          </ac:spMkLst>
        </pc:spChg>
        <pc:graphicFrameChg chg="mod modGraphic">
          <ac:chgData name="ambleic@clemson.edu" userId="43615028507_tp_box_2" providerId="OAuth2" clId="{5F4B9ABB-DEB5-4DC3-A8F9-1752A2D02C85}" dt="2026-07-12T22:34:35.741" v="95" actId="1036"/>
          <ac:graphicFrameMkLst>
            <pc:docMk/>
            <pc:sldMk cId="4126547631" sldId="438"/>
            <ac:graphicFrameMk id="25" creationId="{1E2BC3BD-209F-6E3E-3CD1-ABAC2CE875FF}"/>
          </ac:graphicFrameMkLst>
        </pc:graphicFrameChg>
      </pc:sldChg>
      <pc:sldChg chg="modSp mod">
        <pc:chgData name="ambleic@clemson.edu" userId="43615028507_tp_box_2" providerId="OAuth2" clId="{5F4B9ABB-DEB5-4DC3-A8F9-1752A2D02C85}" dt="2026-07-19T22:14:03.363" v="354"/>
        <pc:sldMkLst>
          <pc:docMk/>
          <pc:sldMk cId="2254084080" sldId="440"/>
        </pc:sldMkLst>
        <pc:spChg chg="mod">
          <ac:chgData name="ambleic@clemson.edu" userId="43615028507_tp_box_2" providerId="OAuth2" clId="{5F4B9ABB-DEB5-4DC3-A8F9-1752A2D02C85}" dt="2026-07-19T22:14:03.363" v="354"/>
          <ac:spMkLst>
            <pc:docMk/>
            <pc:sldMk cId="2254084080" sldId="440"/>
            <ac:spMk id="14" creationId="{0C65D749-E0B5-9B8C-326E-958AA14C213E}"/>
          </ac:spMkLst>
        </pc:spChg>
        <pc:spChg chg="mod">
          <ac:chgData name="ambleic@clemson.edu" userId="43615028507_tp_box_2" providerId="OAuth2" clId="{5F4B9ABB-DEB5-4DC3-A8F9-1752A2D02C85}" dt="2026-07-12T22:36:12.855" v="109" actId="20577"/>
          <ac:spMkLst>
            <pc:docMk/>
            <pc:sldMk cId="2254084080" sldId="440"/>
            <ac:spMk id="21" creationId="{6497CAFB-1E6B-462D-18FD-B1B33004E34A}"/>
          </ac:spMkLst>
        </pc:spChg>
      </pc:sldChg>
      <pc:sldChg chg="modSp mod">
        <pc:chgData name="ambleic@clemson.edu" userId="43615028507_tp_box_2" providerId="OAuth2" clId="{5F4B9ABB-DEB5-4DC3-A8F9-1752A2D02C85}" dt="2026-07-20T02:54:09.148" v="369" actId="1036"/>
        <pc:sldMkLst>
          <pc:docMk/>
          <pc:sldMk cId="2792259037" sldId="441"/>
        </pc:sldMkLst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3" creationId="{89957E3C-EA6E-C4DB-0689-11CF242797C8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4" creationId="{7328FDEB-7AB9-796C-363A-7317A42C9ABD}"/>
          </ac:spMkLst>
        </pc:spChg>
        <pc:spChg chg="mod">
          <ac:chgData name="ambleic@clemson.edu" userId="43615028507_tp_box_2" providerId="OAuth2" clId="{5F4B9ABB-DEB5-4DC3-A8F9-1752A2D02C85}" dt="2026-07-20T02:54:09.148" v="369" actId="1036"/>
          <ac:spMkLst>
            <pc:docMk/>
            <pc:sldMk cId="2792259037" sldId="441"/>
            <ac:spMk id="5" creationId="{6C88318B-A90F-7A60-742E-734450C0DFFA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6" creationId="{813074AE-B03C-A774-D775-7916CDDFF223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7" creationId="{2DD86848-528D-0043-FF8F-B53FB401A5C5}"/>
          </ac:spMkLst>
        </pc:spChg>
        <pc:spChg chg="mod">
          <ac:chgData name="ambleic@clemson.edu" userId="43615028507_tp_box_2" providerId="OAuth2" clId="{5F4B9ABB-DEB5-4DC3-A8F9-1752A2D02C85}" dt="2026-07-19T22:11:22.791" v="327" actId="20577"/>
          <ac:spMkLst>
            <pc:docMk/>
            <pc:sldMk cId="2792259037" sldId="441"/>
            <ac:spMk id="8" creationId="{70387D29-40D1-5559-C179-3A7D948E555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0" creationId="{8FB61508-8AD9-9ABA-F1BD-C2F8CF773D92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2" creationId="{2CB6ED1E-A2E9-3EE0-F010-E3BF50B8D31E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3" creationId="{C2A63863-F0F9-C21D-ECB1-C2B235F8CA94}"/>
          </ac:spMkLst>
        </pc:spChg>
        <pc:spChg chg="mod">
          <ac:chgData name="ambleic@clemson.edu" userId="43615028507_tp_box_2" providerId="OAuth2" clId="{5F4B9ABB-DEB5-4DC3-A8F9-1752A2D02C85}" dt="2026-07-12T22:37:16.105" v="150" actId="1036"/>
          <ac:spMkLst>
            <pc:docMk/>
            <pc:sldMk cId="2792259037" sldId="441"/>
            <ac:spMk id="14" creationId="{FA5034CB-CA57-06A3-85E3-ADEC2DA8CF2D}"/>
          </ac:spMkLst>
        </pc:spChg>
        <pc:spChg chg="mod">
          <ac:chgData name="ambleic@clemson.edu" userId="43615028507_tp_box_2" providerId="OAuth2" clId="{5F4B9ABB-DEB5-4DC3-A8F9-1752A2D02C85}" dt="2026-07-19T22:34:39.515" v="356" actId="20577"/>
          <ac:spMkLst>
            <pc:docMk/>
            <pc:sldMk cId="2792259037" sldId="441"/>
            <ac:spMk id="18" creationId="{084B7AAC-3246-E57F-4D52-ECA2175CD45D}"/>
          </ac:spMkLst>
        </pc:spChg>
      </pc:sldChg>
      <pc:sldChg chg="modSp">
        <pc:chgData name="ambleic@clemson.edu" userId="43615028507_tp_box_2" providerId="OAuth2" clId="{5F4B9ABB-DEB5-4DC3-A8F9-1752A2D02C85}" dt="2026-07-19T22:12:49.964" v="330" actId="20577"/>
        <pc:sldMkLst>
          <pc:docMk/>
          <pc:sldMk cId="2487690538" sldId="442"/>
        </pc:sldMkLst>
        <pc:spChg chg="mod">
          <ac:chgData name="ambleic@clemson.edu" userId="43615028507_tp_box_2" providerId="OAuth2" clId="{5F4B9ABB-DEB5-4DC3-A8F9-1752A2D02C85}" dt="2026-07-19T22:12:49.964" v="330" actId="20577"/>
          <ac:spMkLst>
            <pc:docMk/>
            <pc:sldMk cId="2487690538" sldId="442"/>
            <ac:spMk id="8" creationId="{17416612-E512-DC80-6259-819650088BD0}"/>
          </ac:spMkLst>
        </pc:spChg>
      </pc:sldChg>
      <pc:sldChg chg="modSp mod">
        <pc:chgData name="ambleic@clemson.edu" userId="43615028507_tp_box_2" providerId="OAuth2" clId="{5F4B9ABB-DEB5-4DC3-A8F9-1752A2D02C85}" dt="2026-07-19T22:14:10.787" v="355"/>
        <pc:sldMkLst>
          <pc:docMk/>
          <pc:sldMk cId="191535080" sldId="444"/>
        </pc:sldMkLst>
        <pc:spChg chg="mod">
          <ac:chgData name="ambleic@clemson.edu" userId="43615028507_tp_box_2" providerId="OAuth2" clId="{5F4B9ABB-DEB5-4DC3-A8F9-1752A2D02C85}" dt="2026-07-12T22:39:53.234" v="182" actId="20577"/>
          <ac:spMkLst>
            <pc:docMk/>
            <pc:sldMk cId="191535080" sldId="444"/>
            <ac:spMk id="5" creationId="{FF6037AE-3976-E8D5-DDAC-665AC35ECBB3}"/>
          </ac:spMkLst>
        </pc:spChg>
        <pc:spChg chg="mod">
          <ac:chgData name="ambleic@clemson.edu" userId="43615028507_tp_box_2" providerId="OAuth2" clId="{5F4B9ABB-DEB5-4DC3-A8F9-1752A2D02C85}" dt="2026-07-12T22:39:18.967" v="177" actId="20577"/>
          <ac:spMkLst>
            <pc:docMk/>
            <pc:sldMk cId="191535080" sldId="444"/>
            <ac:spMk id="8" creationId="{EDD3259E-9566-9C4E-C5E1-9A78049E802D}"/>
          </ac:spMkLst>
        </pc:spChg>
        <pc:spChg chg="mod">
          <ac:chgData name="ambleic@clemson.edu" userId="43615028507_tp_box_2" providerId="OAuth2" clId="{5F4B9ABB-DEB5-4DC3-A8F9-1752A2D02C85}" dt="2026-07-19T22:14:10.787" v="355"/>
          <ac:spMkLst>
            <pc:docMk/>
            <pc:sldMk cId="191535080" sldId="444"/>
            <ac:spMk id="14" creationId="{10ECE4ED-8FBE-8B8A-1BBE-0433DC10E814}"/>
          </ac:spMkLst>
        </pc:spChg>
        <pc:spChg chg="mod">
          <ac:chgData name="ambleic@clemson.edu" userId="43615028507_tp_box_2" providerId="OAuth2" clId="{5F4B9ABB-DEB5-4DC3-A8F9-1752A2D02C85}" dt="2026-07-12T22:39:03.912" v="173" actId="20577"/>
          <ac:spMkLst>
            <pc:docMk/>
            <pc:sldMk cId="191535080" sldId="444"/>
            <ac:spMk id="21" creationId="{DB5B5F8F-147D-7C12-9ECB-A1D4EF826EBF}"/>
          </ac:spMkLst>
        </pc:spChg>
      </pc:sldChg>
      <pc:sldChg chg="modSp">
        <pc:chgData name="ambleic@clemson.edu" userId="43615028507_tp_box_2" providerId="OAuth2" clId="{5F4B9ABB-DEB5-4DC3-A8F9-1752A2D02C85}" dt="2026-07-19T22:09:48.941" v="313" actId="20577"/>
        <pc:sldMkLst>
          <pc:docMk/>
          <pc:sldMk cId="512778888" sldId="446"/>
        </pc:sldMkLst>
        <pc:spChg chg="mod">
          <ac:chgData name="ambleic@clemson.edu" userId="43615028507_tp_box_2" providerId="OAuth2" clId="{5F4B9ABB-DEB5-4DC3-A8F9-1752A2D02C85}" dt="2026-07-19T22:09:48.941" v="313" actId="20577"/>
          <ac:spMkLst>
            <pc:docMk/>
            <pc:sldMk cId="512778888" sldId="446"/>
            <ac:spMk id="6" creationId="{232A03E9-5D1B-D685-ED20-414BEFD438AA}"/>
          </ac:spMkLst>
        </pc:spChg>
      </pc:sldChg>
      <pc:sldChg chg="addSp delSp modSp mod delAnim modAnim">
        <pc:chgData name="ambleic@clemson.edu" userId="43615028507_tp_box_2" providerId="OAuth2" clId="{5F4B9ABB-DEB5-4DC3-A8F9-1752A2D02C85}" dt="2026-07-19T20:15:20.505" v="244" actId="478"/>
        <pc:sldMkLst>
          <pc:docMk/>
          <pc:sldMk cId="3015252729" sldId="448"/>
        </pc:sldMkLst>
        <pc:picChg chg="add del mod">
          <ac:chgData name="ambleic@clemson.edu" userId="43615028507_tp_box_2" providerId="OAuth2" clId="{5F4B9ABB-DEB5-4DC3-A8F9-1752A2D02C85}" dt="2026-07-19T20:15:20.505" v="244" actId="478"/>
          <ac:picMkLst>
            <pc:docMk/>
            <pc:sldMk cId="3015252729" sldId="448"/>
            <ac:picMk id="3" creationId="{F642A1A8-0702-F8D0-10C3-42F894873CF7}"/>
          </ac:picMkLst>
        </pc:picChg>
      </pc:sldChg>
      <pc:sldChg chg="modSp">
        <pc:chgData name="ambleic@clemson.edu" userId="43615028507_tp_box_2" providerId="OAuth2" clId="{5F4B9ABB-DEB5-4DC3-A8F9-1752A2D02C85}" dt="2026-07-19T22:10:02.713" v="315" actId="20577"/>
        <pc:sldMkLst>
          <pc:docMk/>
          <pc:sldMk cId="1623874337" sldId="450"/>
        </pc:sldMkLst>
        <pc:spChg chg="mod">
          <ac:chgData name="ambleic@clemson.edu" userId="43615028507_tp_box_2" providerId="OAuth2" clId="{5F4B9ABB-DEB5-4DC3-A8F9-1752A2D02C85}" dt="2026-07-19T22:10:02.713" v="315" actId="20577"/>
          <ac:spMkLst>
            <pc:docMk/>
            <pc:sldMk cId="1623874337" sldId="450"/>
            <ac:spMk id="6" creationId="{4C8D1199-6069-4882-19D7-B6F7063F48C0}"/>
          </ac:spMkLst>
        </pc:spChg>
      </pc:sldChg>
      <pc:sldChg chg="modSp modNotesTx">
        <pc:chgData name="ambleic@clemson.edu" userId="43615028507_tp_box_2" providerId="OAuth2" clId="{5F4B9ABB-DEB5-4DC3-A8F9-1752A2D02C85}" dt="2026-07-20T12:59:12.437" v="375" actId="20577"/>
        <pc:sldMkLst>
          <pc:docMk/>
          <pc:sldMk cId="2545713508" sldId="453"/>
        </pc:sldMkLst>
        <pc:spChg chg="mod">
          <ac:chgData name="ambleic@clemson.edu" userId="43615028507_tp_box_2" providerId="OAuth2" clId="{5F4B9ABB-DEB5-4DC3-A8F9-1752A2D02C85}" dt="2026-07-19T22:35:25.663" v="362" actId="20577"/>
          <ac:spMkLst>
            <pc:docMk/>
            <pc:sldMk cId="2545713508" sldId="453"/>
            <ac:spMk id="7" creationId="{C14CFA2A-10DD-01FD-4370-EDB74A8B951C}"/>
          </ac:spMkLst>
        </pc:spChg>
      </pc:sldChg>
      <pc:sldChg chg="modSp modNotesTx">
        <pc:chgData name="ambleic@clemson.edu" userId="43615028507_tp_box_2" providerId="OAuth2" clId="{5F4B9ABB-DEB5-4DC3-A8F9-1752A2D02C85}" dt="2026-07-20T12:59:33.878" v="380" actId="20577"/>
        <pc:sldMkLst>
          <pc:docMk/>
          <pc:sldMk cId="1234980782" sldId="454"/>
        </pc:sldMkLst>
        <pc:spChg chg="mod">
          <ac:chgData name="ambleic@clemson.edu" userId="43615028507_tp_box_2" providerId="OAuth2" clId="{5F4B9ABB-DEB5-4DC3-A8F9-1752A2D02C85}" dt="2026-07-19T22:34:58.449" v="358" actId="20577"/>
          <ac:spMkLst>
            <pc:docMk/>
            <pc:sldMk cId="1234980782" sldId="454"/>
            <ac:spMk id="7" creationId="{9804887C-58B6-4102-D5DD-D7CE6224FC94}"/>
          </ac:spMkLst>
        </pc:spChg>
      </pc:sldChg>
      <pc:sldChg chg="modSp mod">
        <pc:chgData name="ambleic@clemson.edu" userId="43615028507_tp_box_2" providerId="OAuth2" clId="{5F4B9ABB-DEB5-4DC3-A8F9-1752A2D02C85}" dt="2026-07-19T22:09:56.599" v="314" actId="20577"/>
        <pc:sldMkLst>
          <pc:docMk/>
          <pc:sldMk cId="3629320057" sldId="455"/>
        </pc:sldMkLst>
        <pc:spChg chg="mod">
          <ac:chgData name="ambleic@clemson.edu" userId="43615028507_tp_box_2" providerId="OAuth2" clId="{5F4B9ABB-DEB5-4DC3-A8F9-1752A2D02C85}" dt="2026-07-12T22:36:07.048" v="108" actId="20577"/>
          <ac:spMkLst>
            <pc:docMk/>
            <pc:sldMk cId="3629320057" sldId="455"/>
            <ac:spMk id="5" creationId="{CBE0FE98-645F-1C38-43FD-9E4447A14348}"/>
          </ac:spMkLst>
        </pc:spChg>
        <pc:spChg chg="mod">
          <ac:chgData name="ambleic@clemson.edu" userId="43615028507_tp_box_2" providerId="OAuth2" clId="{5F4B9ABB-DEB5-4DC3-A8F9-1752A2D02C85}" dt="2026-07-19T22:09:56.599" v="314" actId="20577"/>
          <ac:spMkLst>
            <pc:docMk/>
            <pc:sldMk cId="3629320057" sldId="455"/>
            <ac:spMk id="6" creationId="{FBF82943-0893-B9C7-1DF9-E2F37698E38F}"/>
          </ac:spMkLst>
        </pc:spChg>
      </pc:sldChg>
      <pc:sldChg chg="add del">
        <pc:chgData name="ambleic@clemson.edu" userId="43615028507_tp_box_2" providerId="OAuth2" clId="{5F4B9ABB-DEB5-4DC3-A8F9-1752A2D02C85}" dt="2026-07-19T20:18:40.738" v="257"/>
        <pc:sldMkLst>
          <pc:docMk/>
          <pc:sldMk cId="757380635" sldId="509"/>
        </pc:sldMkLst>
      </pc:sldChg>
      <pc:sldChg chg="add del">
        <pc:chgData name="ambleic@clemson.edu" userId="43615028507_tp_box_2" providerId="OAuth2" clId="{5F4B9ABB-DEB5-4DC3-A8F9-1752A2D02C85}" dt="2026-07-19T20:21:05.868" v="263"/>
        <pc:sldMkLst>
          <pc:docMk/>
          <pc:sldMk cId="1124998227" sldId="510"/>
        </pc:sldMkLst>
      </pc:sldChg>
      <pc:sldChg chg="add del">
        <pc:chgData name="ambleic@clemson.edu" userId="43615028507_tp_box_2" providerId="OAuth2" clId="{5F4B9ABB-DEB5-4DC3-A8F9-1752A2D02C85}" dt="2026-07-19T20:16:59.844" v="246"/>
        <pc:sldMkLst>
          <pc:docMk/>
          <pc:sldMk cId="1212357894" sldId="513"/>
        </pc:sldMkLst>
      </pc:sldChg>
      <pc:sldChg chg="add">
        <pc:chgData name="ambleic@clemson.edu" userId="43615028507_tp_box_2" providerId="OAuth2" clId="{5F4B9ABB-DEB5-4DC3-A8F9-1752A2D02C85}" dt="2026-07-19T20:14:03.300" v="187"/>
        <pc:sldMkLst>
          <pc:docMk/>
          <pc:sldMk cId="263152172" sldId="514"/>
        </pc:sldMkLst>
      </pc:sldChg>
      <pc:sldChg chg="modSp add mod">
        <pc:chgData name="ambleic@clemson.edu" userId="43615028507_tp_box_2" providerId="OAuth2" clId="{5F4B9ABB-DEB5-4DC3-A8F9-1752A2D02C85}" dt="2026-07-19T20:14:39.604" v="235" actId="1038"/>
        <pc:sldMkLst>
          <pc:docMk/>
          <pc:sldMk cId="1264614451" sldId="515"/>
        </pc:sldMkLst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3" creationId="{0CC4D98A-E089-7C28-0A6C-876F927952EC}"/>
          </ac:spMkLst>
        </pc:spChg>
        <pc:spChg chg="mod">
          <ac:chgData name="ambleic@clemson.edu" userId="43615028507_tp_box_2" providerId="OAuth2" clId="{5F4B9ABB-DEB5-4DC3-A8F9-1752A2D02C85}" dt="2026-07-19T20:14:39.604" v="235" actId="1038"/>
          <ac:spMkLst>
            <pc:docMk/>
            <pc:sldMk cId="1264614451" sldId="515"/>
            <ac:spMk id="84" creationId="{457AC859-6DCC-BE97-86ED-E048D25F6114}"/>
          </ac:spMkLst>
        </pc:spChg>
      </pc:sldChg>
      <pc:sldChg chg="modSp add del mod">
        <pc:chgData name="ambleic@clemson.edu" userId="43615028507_tp_box_2" providerId="OAuth2" clId="{5F4B9ABB-DEB5-4DC3-A8F9-1752A2D02C85}" dt="2026-07-19T20:23:43.652" v="273"/>
        <pc:sldMkLst>
          <pc:docMk/>
          <pc:sldMk cId="3293426146" sldId="516"/>
        </pc:sldMkLst>
        <pc:graphicFrameChg chg="modGraphic">
          <ac:chgData name="ambleic@clemson.edu" userId="43615028507_tp_box_2" providerId="OAuth2" clId="{5F4B9ABB-DEB5-4DC3-A8F9-1752A2D02C85}" dt="2026-07-19T20:16:59.998" v="255"/>
          <ac:graphicFrameMkLst>
            <pc:docMk/>
            <pc:sldMk cId="3293426146" sldId="516"/>
            <ac:graphicFrameMk id="7" creationId="{67FA3C47-38BF-4381-9A13-2A6F8DC32BCE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4:59.966" v="287" actId="1035"/>
        <pc:sldMkLst>
          <pc:docMk/>
          <pc:sldMk cId="1320162531" sldId="517"/>
        </pc:sldMkLst>
        <pc:spChg chg="mod">
          <ac:chgData name="ambleic@clemson.edu" userId="43615028507_tp_box_2" providerId="OAuth2" clId="{5F4B9ABB-DEB5-4DC3-A8F9-1752A2D02C85}" dt="2026-07-19T20:24:57.640" v="286" actId="12788"/>
          <ac:spMkLst>
            <pc:docMk/>
            <pc:sldMk cId="1320162531" sldId="517"/>
            <ac:spMk id="2" creationId="{AF1904A8-1BC0-BEF9-D316-657EC87DADA4}"/>
          </ac:spMkLst>
        </pc:spChg>
        <pc:graphicFrameChg chg="mod modGraphic">
          <ac:chgData name="ambleic@clemson.edu" userId="43615028507_tp_box_2" providerId="OAuth2" clId="{5F4B9ABB-DEB5-4DC3-A8F9-1752A2D02C85}" dt="2026-07-19T20:24:50.026" v="284" actId="12788"/>
          <ac:graphicFrameMkLst>
            <pc:docMk/>
            <pc:sldMk cId="1320162531" sldId="517"/>
            <ac:graphicFrameMk id="7" creationId="{739EE78A-44FA-685D-EC14-5A698DE5A063}"/>
          </ac:graphicFrameMkLst>
        </pc:graphicFrameChg>
        <pc:picChg chg="mod">
          <ac:chgData name="ambleic@clemson.edu" userId="43615028507_tp_box_2" providerId="OAuth2" clId="{5F4B9ABB-DEB5-4DC3-A8F9-1752A2D02C85}" dt="2026-07-19T20:24:59.966" v="287" actId="1035"/>
          <ac:picMkLst>
            <pc:docMk/>
            <pc:sldMk cId="1320162531" sldId="517"/>
            <ac:picMk id="3" creationId="{7ADB0E6B-AEF9-C0F2-3B56-FC08E8CE6061}"/>
          </ac:picMkLst>
        </pc:picChg>
      </pc:sldChg>
      <pc:sldChg chg="modSp add del mod">
        <pc:chgData name="ambleic@clemson.edu" userId="43615028507_tp_box_2" providerId="OAuth2" clId="{5F4B9ABB-DEB5-4DC3-A8F9-1752A2D02C85}" dt="2026-07-19T20:22:20.671" v="270"/>
        <pc:sldMkLst>
          <pc:docMk/>
          <pc:sldMk cId="3168812247" sldId="518"/>
        </pc:sldMkLst>
        <pc:graphicFrameChg chg="mod modGraphic">
          <ac:chgData name="ambleic@clemson.edu" userId="43615028507_tp_box_2" providerId="OAuth2" clId="{5F4B9ABB-DEB5-4DC3-A8F9-1752A2D02C85}" dt="2026-07-19T20:21:43.706" v="268"/>
          <ac:graphicFrameMkLst>
            <pc:docMk/>
            <pc:sldMk cId="3168812247" sldId="518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5:14.973" v="290" actId="12788"/>
        <pc:sldMkLst>
          <pc:docMk/>
          <pc:sldMk cId="1687950112" sldId="519"/>
        </pc:sldMkLst>
        <pc:spChg chg="mod">
          <ac:chgData name="ambleic@clemson.edu" userId="43615028507_tp_box_2" providerId="OAuth2" clId="{5F4B9ABB-DEB5-4DC3-A8F9-1752A2D02C85}" dt="2026-07-19T20:25:08.934" v="289" actId="255"/>
          <ac:spMkLst>
            <pc:docMk/>
            <pc:sldMk cId="1687950112" sldId="519"/>
            <ac:spMk id="4" creationId="{4A03D021-3291-F8EE-43B3-C66F6EC7F58D}"/>
          </ac:spMkLst>
        </pc:spChg>
        <pc:graphicFrameChg chg="mod">
          <ac:chgData name="ambleic@clemson.edu" userId="43615028507_tp_box_2" providerId="OAuth2" clId="{5F4B9ABB-DEB5-4DC3-A8F9-1752A2D02C85}" dt="2026-07-19T20:25:14.973" v="290" actId="12788"/>
          <ac:graphicFrameMkLst>
            <pc:docMk/>
            <pc:sldMk cId="1687950112" sldId="519"/>
            <ac:graphicFrameMk id="7" creationId="{00000000-0000-0000-0000-000000000000}"/>
          </ac:graphicFrameMkLst>
        </pc:graphicFrameChg>
      </pc:sldChg>
      <pc:sldChg chg="modSp add mod">
        <pc:chgData name="ambleic@clemson.edu" userId="43615028507_tp_box_2" providerId="OAuth2" clId="{5F4B9ABB-DEB5-4DC3-A8F9-1752A2D02C85}" dt="2026-07-19T20:23:43.725" v="282"/>
        <pc:sldMkLst>
          <pc:docMk/>
          <pc:sldMk cId="3147057079" sldId="520"/>
        </pc:sldMkLst>
        <pc:graphicFrameChg chg="modGraphic">
          <ac:chgData name="ambleic@clemson.edu" userId="43615028507_tp_box_2" providerId="OAuth2" clId="{5F4B9ABB-DEB5-4DC3-A8F9-1752A2D02C85}" dt="2026-07-19T20:23:43.725" v="282"/>
          <ac:graphicFrameMkLst>
            <pc:docMk/>
            <pc:sldMk cId="3147057079" sldId="520"/>
            <ac:graphicFrameMk id="7" creationId="{67FA3C47-38BF-4381-9A13-2A6F8DC32BCE}"/>
          </ac:graphicFrameMkLst>
        </pc:graphicFrameChg>
      </pc:sldChg>
    </pc:docChg>
  </pc:docChgLst>
  <pc:docChgLst>
    <pc:chgData name="Lior Rennert" userId="3892681948_tp_box_2" providerId="OAuth2" clId="{DBC9C590-A9C5-4303-BC05-B23A2856A570}"/>
    <pc:docChg chg="modSld">
      <pc:chgData name="Lior Rennert" userId="3892681948_tp_box_2" providerId="OAuth2" clId="{DBC9C590-A9C5-4303-BC05-B23A2856A570}" dt="2026-07-13T22:29:16.726" v="0" actId="20577"/>
      <pc:docMkLst>
        <pc:docMk/>
      </pc:docMkLst>
      <pc:sldChg chg="modSp">
        <pc:chgData name="Lior Rennert" userId="3892681948_tp_box_2" providerId="OAuth2" clId="{DBC9C590-A9C5-4303-BC05-B23A2856A570}" dt="2026-07-13T22:29:16.726" v="0" actId="20577"/>
        <pc:sldMkLst>
          <pc:docMk/>
          <pc:sldMk cId="2792259037" sldId="441"/>
        </pc:sldMkLst>
        <pc:spChg chg="mod">
          <ac:chgData name="Lior Rennert" userId="3892681948_tp_box_2" providerId="OAuth2" clId="{DBC9C590-A9C5-4303-BC05-B23A2856A570}" dt="2026-07-13T22:29:16.726" v="0" actId="20577"/>
          <ac:spMkLst>
            <pc:docMk/>
            <pc:sldMk cId="2792259037" sldId="441"/>
            <ac:spMk id="5" creationId="{6C88318B-A90F-7A60-742E-734450C0DF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3437B-B696-42BA-B397-5375F7BFE3F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60299-BECB-47F9-950E-D077161DE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FF89-7C27-50AA-441C-F59B2572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7DD59-76F5-730B-E689-371561C0E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A3EFF-722C-7A1B-75C3-5A52FD15A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7BAB4-EA8A-1015-3FDF-2B2C59D58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413E-B74C-39CC-A72E-7831F742D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426EA-727A-970E-133A-F6B2AE79A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7EABB-B541-36A6-E49A-C571F1AC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71D26-A705-542C-97B4-249BF6C46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93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68F7-07E8-7323-7F6A-E039966FC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6638-B674-A268-8B34-2CB1C7A60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9391C4-72C0-AF2B-6E99-E81F196E9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17F67-14ED-DAE9-B476-43ABC3380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34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51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3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3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5646-91BD-04C7-A6A0-D16DF5A4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E91E-B740-718C-3981-AA7FF67D7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6760-634A-2FDE-4557-13D4CCB1C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3157-D4EE-E565-23B8-443898849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8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804DE-5364-EDA7-0ED5-855F9B67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4E59D-31E1-C386-ECF9-241029351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973D7-2075-FE43-411B-E03D0278F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0FF41-866F-5586-280B-58BCBF0537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25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B99F-2C41-9092-1678-84BD990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A01F-5291-FD2A-C718-B2D829C1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F5B3A-2E2E-26C9-D964-BBBAAF2C2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4E1E4-7226-D99E-CA9D-FF777CFA8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3977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(2026, May 5).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Influenza Activity in the United States during the 2024–25 Season and Composition of the 2025–26 Influenza Vaccine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Influenza (Flu). https://www.cdc.gov/flu/whats-new/2025-2026-influenza-activity.html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75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C144-B1C6-1075-5898-F21E6265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0AD8B4-51A2-3086-C145-E6EFED004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7BFB8-8B89-8AEC-478A-56D0278BE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D5AD-49A2-6076-D2DC-0D613BCA7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504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FE21A-732B-D0E4-F0C0-F5875F06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F1492-6970-E680-FD23-DAB207F2E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AC348-3F69-1747-B949-37507D6A9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23A20-C4CB-1CAC-BC2F-D18F5BC02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67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72CF-A636-C7E2-DA99-946EEBD9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8DA2-5D8C-36A3-37DE-C1E8D7D57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69298-F00D-07CA-0214-994FDD0BF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B2E8-EB52-3664-1249-D3EAC9CFE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10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8EAA-CC62-DC5D-DE91-5DC891504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F541-5341-F98D-9EDF-D98DE78A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EDCCC-C648-74F7-0EBE-2A590D40D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2B27D-FCEC-9E84-0F5B-5934EBD7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30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B725-7A16-3ED8-322F-8696BCA0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7E592-21A0-E980-2B45-73A18EBFA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5874F-BB8F-267D-C266-2AEF3B0C6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61F84-56D9-904B-FE7B-633579963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93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ECD99-3C91-8ADD-3022-90E0E7E2B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F73AA-34E7-4E6B-0682-ADD04624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35E6B-36EB-0EA1-8A96-FA7FCDF54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838FD-36BC-51A6-5D6F-B4A32C644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61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4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595B8-2911-7D1D-1CEE-C7C38AD0E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0534D-4657-2F41-4A12-9A76E96B9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3872E-A40B-A027-A45E-5587AE616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CDC. (2025, December 2).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U.S. Influenza Surveillance: Purpose and Methods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FluView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https://www.cdc.gov/fluview/overview/index.html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74504-EBC5-954D-CB5C-9B8241518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35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6C20-6FA0-D56A-88EC-5D0077737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98E68A-9A41-CDF6-C149-D35FB51A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C49B8-67B2-1780-328E-2233F969A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80CB9-5CBB-F4A3-ACAA-F722BF83F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3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1D2A-16AB-DC1F-4BEC-1C1E51B5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5D3C5-CC70-564B-785B-EF17F046C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D51C3-C8B3-0F06-5ACB-11AE957DD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B68E-7ED3-A0E2-38D7-36A321B95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5401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860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60299-BECB-47F9-950E-D077161DE2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79DE-573E-AD95-12F8-9CA373A82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16696-935E-1A1B-655A-545242D2D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ABC83-3124-D4DC-5473-593757FE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3B6C3-C2D5-F867-2F4F-8912CC6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A20EB-CEE4-B3E9-7CE0-1468D904C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C80C-DC20-33CB-798E-45BF5CF1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1422-7143-4864-D5B3-DD62BB2B4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B5AAC-A4A9-1C68-C636-8F92963A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D377-CDD0-CADE-ADE4-E5FCE42F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E0FF9-C13A-A7A5-EBC4-ABB76CEA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7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7197-A48D-2041-1F45-F861BC0A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B6655-C47E-A68E-C048-0F80A2B3C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01338-6C94-F80E-87F0-39546264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03E44-162F-ACDF-2012-DF2DDF1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CBD50-A791-EF11-DAFF-6EC04669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77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0577-2BF1-0488-9B7A-2B4975B1B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EA455-0895-DB8C-9159-F96EC1E2C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D70C7-9239-2626-10EB-1013F11AE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F47DF-15BF-56AC-3777-30A16ACAF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C0ECE-3759-3DAC-87A2-D15CA320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F51A7-57D1-A892-4C01-B1D24C91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1CA03-3DA9-8A2D-A84B-DF83FFCD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6662E-4F90-8B1B-B11C-A6ACFCF2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9F463-519C-A742-6240-857C6B3EE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89DAE-818E-AEF5-CD07-B96EEE2C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7EAB2-0D0B-58CB-516A-AB74F433A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75F75-0A45-A7A2-1D62-21D98239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CDF6D-3F0D-A876-68A7-A3094BB8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56DBA-0360-527E-70E6-2760B590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0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E49C-7AEA-D8A2-B063-8D88990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706B-21E5-C4C5-1D4D-373D0B04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1A92D-6B47-474C-205B-B7EF3804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17BF4-A0CA-64B1-3102-043BE530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1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80EDA-6647-DA0A-2FCC-18FF01CE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B8E44-C34D-DD21-CDCA-EBE760174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2F5BF-F9A5-7C8E-8143-C10A37A1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4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BE60-CC92-6234-FCA5-2F9A977D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4E49-C2AC-E626-BC98-D225C48C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75D6F-7F09-07D1-C60E-16BEF531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04DD9-7EBA-D0E2-25F1-D1A1ECD9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1E2C7-18B2-AC38-8011-C75B1322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A815C-3418-97ED-A635-8415E209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F912-34E7-6663-B517-2F8C9AB5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4BD61-3179-3142-6E09-A6D2D8D8E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104F-4DE8-DAC9-F0A6-BFB8BA7E7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43CD7-6B29-277D-35CA-8499CC99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297F1-F8C1-783C-CABC-04CF4DE6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F307A-BEFC-E143-3181-9602562B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5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B00E-FE56-59F8-B603-115C6DFA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B8507-3843-800E-7B2D-4987BEC6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0F75-82A7-9A67-602B-2C015D9C0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1B19-0A4D-4903-E04A-34EDC6DA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AA912-ADB5-3B06-412F-6753D1FD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75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068BF-AC22-5399-CC04-E5CEE4A4E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16220-AC24-A67A-AABF-F92D7CA8A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FD9FF-D279-F33C-205A-8354B7B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533C-ABC4-74D2-08DC-08D48538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557AC-1A4C-2534-271D-B54F545B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15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08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6990E-7FB7-9A8A-42BA-8DC4FAFB2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09A7F-ADD5-599B-8862-2792ABB5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0C98B-D040-0385-3F3D-0E5D607B9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C2E1B-9D4D-4A6C-9CEE-8FB4CE3AFF3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21A0E-5EB9-DEA0-D36A-1AD09840F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F428B-968F-EB62-8325-B5EA1350E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F1079-8E9C-455C-ACB1-EFCB22858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1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02: Data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Human-AI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8CFCFA4-6414-D3C2-2637-E4DB7977EB5E}"/>
              </a:ext>
            </a:extLst>
          </p:cNvPr>
          <p:cNvSpPr/>
          <p:nvPr/>
        </p:nvSpPr>
        <p:spPr>
          <a:xfrm>
            <a:off x="914400" y="15353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Lecture Overview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FA3C47-38BF-4381-9A13-2A6F8DC32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741635"/>
              </p:ext>
            </p:extLst>
          </p:nvPr>
        </p:nvGraphicFramePr>
        <p:xfrm>
          <a:off x="833120" y="1198656"/>
          <a:ext cx="10525760" cy="524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2880">
                  <a:extLst>
                    <a:ext uri="{9D8B030D-6E8A-4147-A177-3AD203B41FA5}">
                      <a16:colId xmlns:a16="http://schemas.microsoft.com/office/drawing/2014/main" val="4229281968"/>
                    </a:ext>
                  </a:extLst>
                </a:gridCol>
                <a:gridCol w="5262880">
                  <a:extLst>
                    <a:ext uri="{9D8B030D-6E8A-4147-A177-3AD203B41FA5}">
                      <a16:colId xmlns:a16="http://schemas.microsoft.com/office/drawing/2014/main" val="1163233261"/>
                    </a:ext>
                  </a:extLst>
                </a:gridCol>
              </a:tblGrid>
              <a:tr h="469999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Slides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General Housekeeping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Lab Timeline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Task Overviews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Goal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Data Exploration &amp;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Task 1: 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Task 2: 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Task 3: Peak Analysis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24–31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05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F726-9E5F-AB57-6346-7512C1C4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CF0019-CF23-77D6-BD88-212E5205DAB5}"/>
              </a:ext>
            </a:extLst>
          </p:cNvPr>
          <p:cNvSpPr/>
          <p:nvPr/>
        </p:nvSpPr>
        <p:spPr>
          <a:xfrm>
            <a:off x="3490452" y="1648286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7EA35B4-F3D9-B1C0-0C84-8C0BA15E8932}"/>
              </a:ext>
            </a:extLst>
          </p:cNvPr>
          <p:cNvSpPr/>
          <p:nvPr/>
        </p:nvSpPr>
        <p:spPr>
          <a:xfrm>
            <a:off x="914400" y="241088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General Housekeeping</a:t>
            </a:r>
            <a:endParaRPr lang="en-US" sz="4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F562BAD3-807E-90DC-48DF-6ED89758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83" y="4050568"/>
            <a:ext cx="2111552" cy="2111552"/>
          </a:xfrm>
          <a:prstGeom prst="rect">
            <a:avLst/>
          </a:prstGeom>
        </p:spPr>
      </p:pic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62747D9E-0CD4-F48E-D4EB-111C3643B6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068" y="1522947"/>
            <a:ext cx="2182761" cy="2182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345B43-4698-0CF1-9CCC-C922B37C6628}"/>
              </a:ext>
            </a:extLst>
          </p:cNvPr>
          <p:cNvSpPr txBox="1"/>
          <p:nvPr/>
        </p:nvSpPr>
        <p:spPr>
          <a:xfrm>
            <a:off x="3702112" y="1761564"/>
            <a:ext cx="744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Any slide with this icon contains the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</a:p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expected outputs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for the included tasks. All outputs listed on these slides should be uploaded to the course GitHub repository for review.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8FD0BD9-3A02-3B90-E88E-E7D65070D184}"/>
              </a:ext>
            </a:extLst>
          </p:cNvPr>
          <p:cNvSpPr/>
          <p:nvPr/>
        </p:nvSpPr>
        <p:spPr>
          <a:xfrm>
            <a:off x="3490452" y="4165550"/>
            <a:ext cx="7859480" cy="185912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46E982-51E2-2726-1C8C-4712524F1BCB}"/>
              </a:ext>
            </a:extLst>
          </p:cNvPr>
          <p:cNvSpPr txBox="1"/>
          <p:nvPr/>
        </p:nvSpPr>
        <p:spPr>
          <a:xfrm>
            <a:off x="3702111" y="4254038"/>
            <a:ext cx="7573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Any slide with this icon indicates that it is </a:t>
            </a:r>
            <a:r>
              <a:rPr lang="en-US" sz="2500" b="1">
                <a:latin typeface="Arial" panose="020B0604020202020204" pitchFamily="34" charset="0"/>
                <a:cs typeface="Arial" panose="020B0604020202020204" pitchFamily="34" charset="0"/>
              </a:rPr>
              <a:t>time to complete a hands-on activity</a:t>
            </a: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. Carefully follow the instructions provided, complete the required task, and verify your results. </a:t>
            </a:r>
          </a:p>
        </p:txBody>
      </p:sp>
    </p:spTree>
    <p:extLst>
      <p:ext uri="{BB962C8B-B14F-4D97-AF65-F5344CB8AC3E}">
        <p14:creationId xmlns:p14="http://schemas.microsoft.com/office/powerpoint/2010/main" val="26315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/>
      <p:bldP spid="15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0B55-68AE-8821-5B95-140FD9B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33">
            <a:extLst>
              <a:ext uri="{FF2B5EF4-FFF2-40B4-BE49-F238E27FC236}">
                <a16:creationId xmlns:a16="http://schemas.microsoft.com/office/drawing/2014/main" id="{457AC859-6DCC-BE97-86ED-E048D25F6114}"/>
              </a:ext>
            </a:extLst>
          </p:cNvPr>
          <p:cNvSpPr/>
          <p:nvPr/>
        </p:nvSpPr>
        <p:spPr>
          <a:xfrm>
            <a:off x="4955465" y="1551168"/>
            <a:ext cx="3134" cy="587047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07A02-70CC-B6B4-834F-E13C5C0C9F64}"/>
              </a:ext>
            </a:extLst>
          </p:cNvPr>
          <p:cNvSpPr/>
          <p:nvPr/>
        </p:nvSpPr>
        <p:spPr>
          <a:xfrm>
            <a:off x="1549204" y="1844692"/>
            <a:ext cx="9144000" cy="145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890016" y="280416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Lab Timeline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CD24C60-8CD2-2C8E-9716-09CAE25048C8}"/>
              </a:ext>
            </a:extLst>
          </p:cNvPr>
          <p:cNvSpPr/>
          <p:nvPr/>
        </p:nvSpPr>
        <p:spPr>
          <a:xfrm>
            <a:off x="2383304" y="1703897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919A4B9F-A65A-1733-6D2E-588A119EA19C}"/>
              </a:ext>
            </a:extLst>
          </p:cNvPr>
          <p:cNvSpPr/>
          <p:nvPr/>
        </p:nvSpPr>
        <p:spPr>
          <a:xfrm>
            <a:off x="4737916" y="1689580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E1455AB2-15A8-F5AE-5130-665283EA9BD5}"/>
              </a:ext>
            </a:extLst>
          </p:cNvPr>
          <p:cNvSpPr/>
          <p:nvPr/>
        </p:nvSpPr>
        <p:spPr>
          <a:xfrm>
            <a:off x="7068148" y="1687103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A9364971-3E90-46A2-2ED2-FDEF5AE837CB}"/>
              </a:ext>
            </a:extLst>
          </p:cNvPr>
          <p:cNvSpPr/>
          <p:nvPr/>
        </p:nvSpPr>
        <p:spPr>
          <a:xfrm>
            <a:off x="9447140" y="1697389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0CC4D98A-E089-7C28-0A6C-876F927952EC}"/>
              </a:ext>
            </a:extLst>
          </p:cNvPr>
          <p:cNvSpPr/>
          <p:nvPr/>
        </p:nvSpPr>
        <p:spPr>
          <a:xfrm>
            <a:off x="4338184" y="1217258"/>
            <a:ext cx="1243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6B3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are here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6B49BA8-C354-79A2-945B-978B75512156}"/>
              </a:ext>
            </a:extLst>
          </p:cNvPr>
          <p:cNvSpPr/>
          <p:nvPr/>
        </p:nvSpPr>
        <p:spPr>
          <a:xfrm>
            <a:off x="1603016" y="2394809"/>
            <a:ext cx="2011680" cy="2348421"/>
          </a:xfrm>
          <a:prstGeom prst="rect">
            <a:avLst/>
          </a:prstGeom>
          <a:solidFill>
            <a:srgbClr val="E8F4F8"/>
          </a:solidFill>
          <a:ln>
            <a:solidFill>
              <a:srgbClr val="FFF4EC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B31A114-939A-4179-1E5F-E2DC4AD5E50B}"/>
              </a:ext>
            </a:extLst>
          </p:cNvPr>
          <p:cNvSpPr/>
          <p:nvPr/>
        </p:nvSpPr>
        <p:spPr>
          <a:xfrm>
            <a:off x="1700552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1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B6F49E5-F2BC-E24D-9EAF-6832B079F7E6}"/>
              </a:ext>
            </a:extLst>
          </p:cNvPr>
          <p:cNvSpPr/>
          <p:nvPr/>
        </p:nvSpPr>
        <p:spPr>
          <a:xfrm>
            <a:off x="1700552" y="2931477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Cleaning &amp;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Visuals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C3B5751-C997-DA00-49B7-6D30F54EF177}"/>
              </a:ext>
            </a:extLst>
          </p:cNvPr>
          <p:cNvSpPr/>
          <p:nvPr/>
        </p:nvSpPr>
        <p:spPr>
          <a:xfrm>
            <a:off x="1681053" y="3431195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C21E81B3-7C7B-AFF3-2CD7-D838E99DBDB8}"/>
              </a:ext>
            </a:extLst>
          </p:cNvPr>
          <p:cNvSpPr/>
          <p:nvPr/>
        </p:nvSpPr>
        <p:spPr>
          <a:xfrm>
            <a:off x="3957628" y="2394809"/>
            <a:ext cx="2011680" cy="2348421"/>
          </a:xfrm>
          <a:prstGeom prst="rect">
            <a:avLst/>
          </a:prstGeom>
          <a:solidFill>
            <a:srgbClr val="DCEAF7"/>
          </a:solidFill>
          <a:ln>
            <a:solidFill>
              <a:srgbClr val="E8F8F0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6BC8BA95-75D2-7609-33F3-36316F5BAD5E}"/>
              </a:ext>
            </a:extLst>
          </p:cNvPr>
          <p:cNvSpPr/>
          <p:nvPr/>
        </p:nvSpPr>
        <p:spPr>
          <a:xfrm>
            <a:off x="4055164" y="2494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2</a:t>
            </a:r>
            <a:endParaRPr lang="en-US" sz="1467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CE34AAD-E68C-14CB-418A-0DC41D057032}"/>
              </a:ext>
            </a:extLst>
          </p:cNvPr>
          <p:cNvSpPr/>
          <p:nvPr/>
        </p:nvSpPr>
        <p:spPr>
          <a:xfrm>
            <a:off x="4055164" y="288249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</a:t>
            </a:r>
          </a:p>
          <a:p>
            <a:r>
              <a:rPr lang="en-US" sz="173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Exploration</a:t>
            </a:r>
            <a:endParaRPr lang="en-US" sz="173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CD335F5-09E1-FAFB-3E6E-7C6C53666821}"/>
              </a:ext>
            </a:extLst>
          </p:cNvPr>
          <p:cNvSpPr/>
          <p:nvPr/>
        </p:nvSpPr>
        <p:spPr>
          <a:xfrm>
            <a:off x="4055164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B19830D-A4CA-FDF7-0E67-B7080F99E228}"/>
              </a:ext>
            </a:extLst>
          </p:cNvPr>
          <p:cNvSpPr/>
          <p:nvPr/>
        </p:nvSpPr>
        <p:spPr>
          <a:xfrm>
            <a:off x="6312240" y="2394809"/>
            <a:ext cx="2011680" cy="2348421"/>
          </a:xfrm>
          <a:prstGeom prst="rect">
            <a:avLst/>
          </a:prstGeom>
          <a:solidFill>
            <a:srgbClr val="F0ECF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024C291-1FB2-2AB6-8B79-44EB66FCE1DC}"/>
              </a:ext>
            </a:extLst>
          </p:cNvPr>
          <p:cNvSpPr/>
          <p:nvPr/>
        </p:nvSpPr>
        <p:spPr>
          <a:xfrm>
            <a:off x="6403616" y="24746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3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7CEAD20A-334B-DDA6-7DBB-C3D7AF597E88}"/>
              </a:ext>
            </a:extLst>
          </p:cNvPr>
          <p:cNvSpPr/>
          <p:nvPr/>
        </p:nvSpPr>
        <p:spPr>
          <a:xfrm>
            <a:off x="6409776" y="3416337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297AF3D-B736-2285-27DF-0F8C5325A858}"/>
              </a:ext>
            </a:extLst>
          </p:cNvPr>
          <p:cNvSpPr/>
          <p:nvPr/>
        </p:nvSpPr>
        <p:spPr>
          <a:xfrm>
            <a:off x="8680596" y="2381921"/>
            <a:ext cx="2011680" cy="2371422"/>
          </a:xfrm>
          <a:prstGeom prst="rect">
            <a:avLst/>
          </a:prstGeom>
          <a:solidFill>
            <a:srgbClr val="FFF4E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78B73C53-56DB-B616-D1AE-7682F4C83ED2}"/>
              </a:ext>
            </a:extLst>
          </p:cNvPr>
          <p:cNvSpPr/>
          <p:nvPr/>
        </p:nvSpPr>
        <p:spPr>
          <a:xfrm>
            <a:off x="8764388" y="247316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4</a:t>
            </a:r>
            <a:endParaRPr lang="en-US" sz="14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550C5788-ECB9-E56B-F9F9-E56A33CF52A2}"/>
              </a:ext>
            </a:extLst>
          </p:cNvPr>
          <p:cNvSpPr/>
          <p:nvPr/>
        </p:nvSpPr>
        <p:spPr>
          <a:xfrm>
            <a:off x="6417425" y="2874601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Modeling &amp; Forecasting</a:t>
            </a: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F67E240-E41D-8771-9712-C5A3940355B9}"/>
              </a:ext>
            </a:extLst>
          </p:cNvPr>
          <p:cNvSpPr/>
          <p:nvPr/>
        </p:nvSpPr>
        <p:spPr>
          <a:xfrm>
            <a:off x="8764388" y="3410621"/>
            <a:ext cx="975360" cy="36576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70203F5E-D982-3547-75C3-120ACCC2476E}"/>
              </a:ext>
            </a:extLst>
          </p:cNvPr>
          <p:cNvSpPr/>
          <p:nvPr/>
        </p:nvSpPr>
        <p:spPr>
          <a:xfrm>
            <a:off x="8779188" y="2883540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Evaluation</a:t>
            </a:r>
            <a:endParaRPr lang="en-US" sz="17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4C0F420-C2BD-E340-AFA6-2A3710880024}"/>
              </a:ext>
            </a:extLst>
          </p:cNvPr>
          <p:cNvCxnSpPr>
            <a:cxnSpLocks/>
            <a:stCxn id="20" idx="2"/>
            <a:endCxn id="17" idx="2"/>
          </p:cNvCxnSpPr>
          <p:nvPr/>
        </p:nvCxnSpPr>
        <p:spPr>
          <a:xfrm rot="5400000" flipH="1">
            <a:off x="8497201" y="3564109"/>
            <a:ext cx="10113" cy="2368356"/>
          </a:xfrm>
          <a:prstGeom prst="bentConnector3">
            <a:avLst>
              <a:gd name="adj1" fmla="val -6927222"/>
            </a:avLst>
          </a:prstGeom>
          <a:ln w="76200">
            <a:solidFill>
              <a:schemeClr val="accent5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hape 2">
            <a:extLst>
              <a:ext uri="{FF2B5EF4-FFF2-40B4-BE49-F238E27FC236}">
                <a16:creationId xmlns:a16="http://schemas.microsoft.com/office/drawing/2014/main" id="{F7F5A57B-CEF8-1AE1-110A-11E02D32F4D8}"/>
              </a:ext>
            </a:extLst>
          </p:cNvPr>
          <p:cNvSpPr/>
          <p:nvPr/>
        </p:nvSpPr>
        <p:spPr>
          <a:xfrm>
            <a:off x="8276705" y="5218471"/>
            <a:ext cx="451104" cy="465963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B0207FA-97BD-2917-EBDF-A708BDBBCF75}"/>
              </a:ext>
            </a:extLst>
          </p:cNvPr>
          <p:cNvSpPr/>
          <p:nvPr/>
        </p:nvSpPr>
        <p:spPr>
          <a:xfrm>
            <a:off x="6976678" y="5829099"/>
            <a:ext cx="3289851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Activity 5 </a:t>
            </a:r>
            <a:r>
              <a:rPr lang="en-US" sz="1730" b="1" dirty="0"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Refinement</a:t>
            </a:r>
          </a:p>
        </p:txBody>
      </p:sp>
    </p:spTree>
    <p:extLst>
      <p:ext uri="{BB962C8B-B14F-4D97-AF65-F5344CB8AC3E}">
        <p14:creationId xmlns:p14="http://schemas.microsoft.com/office/powerpoint/2010/main" val="12646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AD024-0750-4088-A4B4-64B56225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04A8-1BC0-BEF9-D316-657EC87DA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55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Overviews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9EE78A-44FA-685D-EC14-5A698DE5A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804445"/>
              </p:ext>
            </p:extLst>
          </p:nvPr>
        </p:nvGraphicFramePr>
        <p:xfrm>
          <a:off x="472440" y="1833083"/>
          <a:ext cx="11247121" cy="37197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6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71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4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1: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over Time (Q1)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all U.S. influenza admissions from 2020 onward, highlight the 2025-2026 season with a gray shaded bar,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2: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 Comparison (Q2)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Overlay past seasons to compare trajectories, standardize dates across seasons, make the current 2025-2026 season stand out, and save a publication-ready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16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 3: 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Analysis, 2025-2026 (Q3)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Write the rules to find when the peak occurred and how large it was, when the decline started, and when the season began and ended. Output a </a:t>
                      </a:r>
                      <a:r>
                        <a:rPr lang="en-US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rather than a figure.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ADB0E6B-AEF9-C0F2-3B56-FC08E8CE60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37669" y="206943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6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00C1-BD6A-D367-BE03-DC02A6210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413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Output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3D021-3291-F8EE-43B3-C66F6EC7F58D}"/>
              </a:ext>
            </a:extLst>
          </p:cNvPr>
          <p:cNvSpPr txBox="1"/>
          <p:nvPr/>
        </p:nvSpPr>
        <p:spPr>
          <a:xfrm>
            <a:off x="838200" y="1405408"/>
            <a:ext cx="10515600" cy="165686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From this activity you should produce three outputs: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trend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 comparison plot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, and a </a:t>
            </a:r>
            <a:r>
              <a:rPr lang="en-US" sz="23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peak-analysis table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. An AI agent generates them from the cleaned weekly admissions data, guided by your visualization rules.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9683"/>
              </p:ext>
            </p:extLst>
          </p:nvPr>
        </p:nvGraphicFramePr>
        <p:xfrm>
          <a:off x="774700" y="2997200"/>
          <a:ext cx="10642600" cy="344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 Output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national_trend.png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National trend of U.S. influenza admissions from 2020 onward, with the 2025-2026 season highlighted.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seasonal_comparison.png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Past seasons overlaid on a standardized timeline, with the current 2025-2026 season emphasized.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peak_description.csv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summary table of the 2025-2026 peak timing and size, when the decline started, and when the season began and ended.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911966"/>
                  </a:ext>
                </a:extLst>
              </a:tr>
            </a:tbl>
          </a:graphicData>
        </a:graphic>
      </p:graphicFrame>
      <p:pic>
        <p:nvPicPr>
          <p:cNvPr id="3" name="Graphic 2" descr="Presentation with pie chart with solid fill">
            <a:extLst>
              <a:ext uri="{FF2B5EF4-FFF2-40B4-BE49-F238E27FC236}">
                <a16:creationId xmlns:a16="http://schemas.microsoft.com/office/drawing/2014/main" id="{7CC0AF3F-5972-9E6A-4E9A-DB5BBB0F2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0505" y="79845"/>
            <a:ext cx="1009031" cy="10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5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6C188A-C9F6-6784-D3D3-0D7D242B35ED}"/>
              </a:ext>
            </a:extLst>
          </p:cNvPr>
          <p:cNvSpPr/>
          <p:nvPr/>
        </p:nvSpPr>
        <p:spPr>
          <a:xfrm>
            <a:off x="914400" y="170589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267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Exploration &amp; Visualization</a:t>
            </a:r>
            <a:endParaRPr lang="en-US" sz="4267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D0E918C-DE45-242B-7C02-8C92360411BB}"/>
              </a:ext>
            </a:extLst>
          </p:cNvPr>
          <p:cNvSpPr/>
          <p:nvPr/>
        </p:nvSpPr>
        <p:spPr>
          <a:xfrm>
            <a:off x="914400" y="1463035"/>
            <a:ext cx="10363200" cy="1356360"/>
          </a:xfrm>
          <a:prstGeom prst="roundRect">
            <a:avLst/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Purpose:</a:t>
            </a:r>
            <a:r>
              <a:rPr lang="en-US" sz="2500" dirty="0">
                <a:solidFill>
                  <a:schemeClr val="tx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explore the data before you model it and to write the rules that tell your agent what to plot and values to return. 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D9DE2F-EF3D-98DD-FCDC-CC77F5C7DCEB}"/>
              </a:ext>
            </a:extLst>
          </p:cNvPr>
          <p:cNvSpPr/>
          <p:nvPr/>
        </p:nvSpPr>
        <p:spPr>
          <a:xfrm>
            <a:off x="914400" y="3291840"/>
            <a:ext cx="10363200" cy="1950720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0441D31-659F-49A8-2D47-75E07D3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47713" y="3560260"/>
            <a:ext cx="1268361" cy="1268361"/>
          </a:xfrm>
          <a:prstGeom prst="rect">
            <a:avLst/>
          </a:prstGeom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03AFE668-04D5-7150-B96C-544491F9AC4D}"/>
              </a:ext>
            </a:extLst>
          </p:cNvPr>
          <p:cNvSpPr/>
          <p:nvPr/>
        </p:nvSpPr>
        <p:spPr>
          <a:xfrm>
            <a:off x="2865120" y="3555345"/>
            <a:ext cx="6096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700" b="1" dirty="0">
                <a:solidFill>
                  <a:schemeClr val="tx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What's different from Activity 1? </a:t>
            </a:r>
            <a:endParaRPr lang="en-US" sz="27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309C7BD-210F-83DC-53B0-6A7D6D98FD4C}"/>
              </a:ext>
            </a:extLst>
          </p:cNvPr>
          <p:cNvSpPr/>
          <p:nvPr/>
        </p:nvSpPr>
        <p:spPr>
          <a:xfrm>
            <a:off x="2865120" y="4115781"/>
            <a:ext cx="8141112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spcAft>
                <a:spcPts val="600"/>
              </a:spcAft>
            </a:pP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1, the cleaning rules were provided for you.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/>
            <a:r>
              <a:rPr lang="en-US" sz="23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 Activity 2, WE will write the rules.</a:t>
            </a:r>
            <a:endParaRPr lang="en-US" sz="23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8DCAD86-907C-04E0-B032-7DEFB4DAB92B}"/>
              </a:ext>
            </a:extLst>
          </p:cNvPr>
          <p:cNvSpPr/>
          <p:nvPr/>
        </p:nvSpPr>
        <p:spPr>
          <a:xfrm>
            <a:off x="963560" y="5715005"/>
            <a:ext cx="10363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3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Remember: rules doc → agents.md → 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scripts/</a:t>
            </a:r>
            <a:r>
              <a:rPr lang="en-US" sz="2300" dirty="0">
                <a:latin typeface="Consolas" panose="020B0609020204030204" pitchFamily="49" charset="0"/>
                <a:cs typeface="Arial" panose="020B0604020202020204" pitchFamily="34" charset="0"/>
              </a:rPr>
              <a:t>02_data_explore</a:t>
            </a:r>
            <a:r>
              <a:rPr lang="en-US" sz="2300" dirty="0"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.R</a:t>
            </a:r>
            <a:endParaRPr lang="en-US" sz="2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8ECCA-25B1-E611-92FB-430CABB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(Q1):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National Trend over Time Visualization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5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6D1BA9C0-2AED-705E-FDAE-9108078338D1}"/>
              </a:ext>
            </a:extLst>
          </p:cNvPr>
          <p:cNvSpPr/>
          <p:nvPr/>
        </p:nvSpPr>
        <p:spPr>
          <a:xfrm>
            <a:off x="660400" y="48540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499544CE-219A-1E2C-5C31-7A79345B0ADF}"/>
              </a:ext>
            </a:extLst>
          </p:cNvPr>
          <p:cNvSpPr/>
          <p:nvPr/>
        </p:nvSpPr>
        <p:spPr>
          <a:xfrm>
            <a:off x="660400" y="19431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58816" y="3915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9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Q1: National Trend over Time Visualization</a:t>
            </a:r>
            <a:endParaRPr lang="en-US" sz="39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D4A7F-2948-9907-3392-89C7C243C88F}"/>
              </a:ext>
            </a:extLst>
          </p:cNvPr>
          <p:cNvSpPr txBox="1"/>
          <p:nvPr/>
        </p:nvSpPr>
        <p:spPr>
          <a:xfrm>
            <a:off x="914400" y="21167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As a reminder, this includes counts of total influenza admissions for the entire United States from 2020 onward obtained from the CDC (NHSN) data set.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0BB5ACB5-E55B-C7BA-730D-A00F96A50F4C}"/>
              </a:ext>
            </a:extLst>
          </p:cNvPr>
          <p:cNvSpPr/>
          <p:nvPr/>
        </p:nvSpPr>
        <p:spPr>
          <a:xfrm>
            <a:off x="660400" y="3767795"/>
            <a:ext cx="10960100" cy="861774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40C2A-74D6-3133-E368-86084B3EBBEB}"/>
              </a:ext>
            </a:extLst>
          </p:cNvPr>
          <p:cNvSpPr txBox="1"/>
          <p:nvPr/>
        </p:nvSpPr>
        <p:spPr>
          <a:xfrm>
            <a:off x="914400" y="3980935"/>
            <a:ext cx="10502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Highlight the 2025-2026 season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with a gray shaded bar.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06C4B-E718-9A71-8DED-03DB3491E176}"/>
              </a:ext>
            </a:extLst>
          </p:cNvPr>
          <p:cNvSpPr txBox="1"/>
          <p:nvPr/>
        </p:nvSpPr>
        <p:spPr>
          <a:xfrm>
            <a:off x="914400" y="50883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national_trend.png.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E2280DB5-A280-3DA2-7311-237075E093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4" y="262746"/>
            <a:ext cx="1289008" cy="12890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2BD27D5A-EE05-03D4-87AC-56E36FF6F9E6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1054" y="2411730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19859AC-CB52-C499-7BF6-A441ADEA2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327546"/>
              </p:ext>
            </p:extLst>
          </p:nvPr>
        </p:nvGraphicFramePr>
        <p:xfrm>
          <a:off x="401054" y="3058160"/>
          <a:ext cx="1138989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655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833343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output/figures/02_data_explore/national_trend.png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E98BA09-247C-8D82-037D-D10FA112F7CE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DFA826-3389-9223-A3F2-D24239768AD8}"/>
              </a:ext>
            </a:extLst>
          </p:cNvPr>
          <p:cNvSpPr txBox="1"/>
          <p:nvPr/>
        </p:nvSpPr>
        <p:spPr>
          <a:xfrm>
            <a:off x="463550" y="715139"/>
            <a:ext cx="112649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Season-to-Date Mapping Note</a:t>
            </a:r>
          </a:p>
          <a:p>
            <a:pPr algn="ctr"/>
            <a:endParaRPr lang="en-US" sz="35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When mapping calendar dates to MMWR epi-weeks, handle week numbers that fall in early January (for example epi-week 53) by using the calendar month to assign the season start year. Concretely, if a date's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is &gt;= 40 but its calendar month is January–August, attribute that date to the previous year's season (i.e.,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= year - 1).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32A03E9-5D1B-D685-ED20-414BEFD438AA}"/>
              </a:ext>
            </a:extLst>
          </p:cNvPr>
          <p:cNvSpPr/>
          <p:nvPr/>
        </p:nvSpPr>
        <p:spPr>
          <a:xfrm>
            <a:off x="800100" y="51359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77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0B28-49BA-FCF7-DEA0-38B92440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838894-502B-4D76-B39E-7CB7AF448D38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7A5B421-68D9-A656-7E06-46532A3047F0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2B5E074-DE3B-4EC5-E777-8BD5C452731F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74EC806-0E32-3193-EF8C-7DB452B56D0D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and under that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National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7145EC7-9C0E-FB4C-91A6-E1AAB23F621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82736F46-3433-3962-92B6-F79EA621DE55}"/>
              </a:ext>
            </a:extLst>
          </p:cNvPr>
          <p:cNvSpPr/>
          <p:nvPr/>
        </p:nvSpPr>
        <p:spPr>
          <a:xfrm>
            <a:off x="1061194" y="36735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0F23612-84FC-DDBB-E5E8-5286CABF54C9}"/>
              </a:ext>
            </a:extLst>
          </p:cNvPr>
          <p:cNvSpPr/>
          <p:nvPr/>
        </p:nvSpPr>
        <p:spPr>
          <a:xfrm>
            <a:off x="1858754" y="33768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Q1. Make sure to specify input data details, season definitions,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542E53A-56BF-758D-20AD-5190372A7AC3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1B3C3A7-18C4-0146-48A9-80581D2045BC}"/>
              </a:ext>
            </a:extLst>
          </p:cNvPr>
          <p:cNvSpPr/>
          <p:nvPr/>
        </p:nvSpPr>
        <p:spPr>
          <a:xfrm>
            <a:off x="1061194" y="48522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859B04-130D-289F-0F71-DCD0C462032D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4023CCA-87D9-FF31-B8F1-DB6D87F70A7E}"/>
              </a:ext>
            </a:extLst>
          </p:cNvPr>
          <p:cNvSpPr/>
          <p:nvPr/>
        </p:nvSpPr>
        <p:spPr>
          <a:xfrm>
            <a:off x="1061194" y="58456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B6CA545-5518-EB58-5847-5A14FACE54FB}"/>
              </a:ext>
            </a:extLst>
          </p:cNvPr>
          <p:cNvSpPr/>
          <p:nvPr/>
        </p:nvSpPr>
        <p:spPr>
          <a:xfrm>
            <a:off x="1858754" y="57474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generate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ACE608AF-BF88-F5CD-D84C-1E48DEB0E4BD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Q1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1574B12E-6FDE-AD97-13CE-75AF10C27361}"/>
              </a:ext>
            </a:extLst>
          </p:cNvPr>
          <p:cNvSpPr/>
          <p:nvPr/>
        </p:nvSpPr>
        <p:spPr>
          <a:xfrm>
            <a:off x="1858754" y="49589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CC3076B0-2162-2ECA-1CF8-F0B98FEB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0A87-1727-CB3C-702D-E8887C1D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54C9F6AC-9E66-E317-450A-FE5DAF5CF84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national_trend.png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D4521-20C9-4592-2026-E8805C720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206500"/>
            <a:ext cx="103632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5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E1F7-11C6-D569-382D-C9CFAF282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0E3DA-19AF-D70C-C794-782CEB51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(Q2):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07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889B-CAF7-DE0A-8949-E18F5E38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2FE222B6-E0C0-F562-F3D9-B2DDAAED59D8}"/>
              </a:ext>
            </a:extLst>
          </p:cNvPr>
          <p:cNvSpPr/>
          <p:nvPr/>
        </p:nvSpPr>
        <p:spPr>
          <a:xfrm>
            <a:off x="660400" y="5069964"/>
            <a:ext cx="10960100" cy="1356236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ACBECD04-F71F-C0FA-F1BC-DAF0B23AF466}"/>
              </a:ext>
            </a:extLst>
          </p:cNvPr>
          <p:cNvSpPr/>
          <p:nvPr/>
        </p:nvSpPr>
        <p:spPr>
          <a:xfrm>
            <a:off x="660400" y="18288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C5277-EE4F-B15F-A76A-5EACD81C4D27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Season Comparison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C2EAE9-DE99-3F86-FB7C-4C093ADD3A52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F1216-316E-8DFD-57CF-84626E40C8A3}"/>
              </a:ext>
            </a:extLst>
          </p:cNvPr>
          <p:cNvSpPr txBox="1"/>
          <p:nvPr/>
        </p:nvSpPr>
        <p:spPr>
          <a:xfrm>
            <a:off x="914400" y="20024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Plot all data available from the previous activity.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Unlike Q1, we want to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overlay past seasons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compare trajectories. Therefore, we will need to standardize dates across seasons (example on next slide).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6908798-8242-BC2E-78CE-D8C6DE1155AF}"/>
              </a:ext>
            </a:extLst>
          </p:cNvPr>
          <p:cNvSpPr/>
          <p:nvPr/>
        </p:nvSpPr>
        <p:spPr>
          <a:xfrm>
            <a:off x="660400" y="3653494"/>
            <a:ext cx="10960100" cy="1172959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5DE15C-B8E8-985D-D169-019AD25E8566}"/>
              </a:ext>
            </a:extLst>
          </p:cNvPr>
          <p:cNvSpPr txBox="1"/>
          <p:nvPr/>
        </p:nvSpPr>
        <p:spPr>
          <a:xfrm>
            <a:off x="914400" y="3828535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Change the formatting of the lines so that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current season (2025-2026) stands out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CAB21-5DDD-F321-FA9D-1109381B2606}"/>
              </a:ext>
            </a:extLst>
          </p:cNvPr>
          <p:cNvSpPr txBox="1"/>
          <p:nvPr/>
        </p:nvSpPr>
        <p:spPr>
          <a:xfrm>
            <a:off x="914400" y="5304234"/>
            <a:ext cx="1036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Ensure that the figure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publication-ready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(i.e., cleaned up) and is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saved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in the correct folder as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seasonal_comparison.png</a:t>
            </a:r>
            <a:r>
              <a:rPr lang="en-US" sz="2500" b="1" i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132F6E02-5AB3-0EB8-11B3-0D79B20B1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0624" y="288146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rcentage of Influenza Positive Test Results Reported by Clinical Laboratories to CDC, National Summary by Week and Influenza Season — United States, 2024–25 and Selected Previous Seasons">
            <a:extLst>
              <a:ext uri="{FF2B5EF4-FFF2-40B4-BE49-F238E27FC236}">
                <a16:creationId xmlns:a16="http://schemas.microsoft.com/office/drawing/2014/main" id="{289C6CC8-8CA4-4C5F-BBAC-4CAE62243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577" y="1063374"/>
            <a:ext cx="8318926" cy="581025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EA3F94-2D18-7D4D-E328-ECA9C73BB7E6}"/>
              </a:ext>
            </a:extLst>
          </p:cNvPr>
          <p:cNvSpPr/>
          <p:nvPr/>
        </p:nvSpPr>
        <p:spPr>
          <a:xfrm>
            <a:off x="853440" y="939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Example: Seasonal Comparison Plot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DA7B3-A4BD-879E-9CF7-F0EAFBFEE8B0}"/>
              </a:ext>
            </a:extLst>
          </p:cNvPr>
          <p:cNvSpPr txBox="1"/>
          <p:nvPr/>
        </p:nvSpPr>
        <p:spPr>
          <a:xfrm>
            <a:off x="5935452" y="6419113"/>
            <a:ext cx="6096000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i="1" kern="100" dirty="0">
                <a:solidFill>
                  <a:srgbClr val="8B97A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(CDC, Influenza Activity in the US, 2026)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7E436-B7F5-9DC7-01D7-E5D52F2E1E44}"/>
              </a:ext>
            </a:extLst>
          </p:cNvPr>
          <p:cNvSpPr txBox="1"/>
          <p:nvPr/>
        </p:nvSpPr>
        <p:spPr>
          <a:xfrm>
            <a:off x="2991115" y="866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Style reference only. </a:t>
            </a:r>
          </a:p>
        </p:txBody>
      </p:sp>
    </p:spTree>
    <p:extLst>
      <p:ext uri="{BB962C8B-B14F-4D97-AF65-F5344CB8AC3E}">
        <p14:creationId xmlns:p14="http://schemas.microsoft.com/office/powerpoint/2010/main" val="340861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868C-C5A3-A2E8-6C21-DA7066F1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6C7F1511-9008-762C-CE0C-4E775056B41B}"/>
              </a:ext>
            </a:extLst>
          </p:cNvPr>
          <p:cNvSpPr/>
          <p:nvPr/>
        </p:nvSpPr>
        <p:spPr>
          <a:xfrm>
            <a:off x="401053" y="1168320"/>
            <a:ext cx="11389893" cy="10313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endParaRPr lang="en-US" sz="40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17A9679-66B1-09DF-771E-B9DA0D6FD761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Writing the Visualization Rules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021368-AE99-80DB-FE79-4994D68C7CC2}"/>
              </a:ext>
            </a:extLst>
          </p:cNvPr>
          <p:cNvSpPr/>
          <p:nvPr/>
        </p:nvSpPr>
        <p:spPr>
          <a:xfrm>
            <a:off x="546100" y="1257300"/>
            <a:ext cx="1118134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rules should be </a:t>
            </a:r>
            <a:r>
              <a:rPr lang="en-US" sz="2500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specific enough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that someone (or an AI) could produce the plot without asking any follow-up questions.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4AC924-1C69-AE9A-3D90-2D480F469A6F}"/>
              </a:ext>
            </a:extLst>
          </p:cNvPr>
          <p:cNvSpPr/>
          <p:nvPr/>
        </p:nvSpPr>
        <p:spPr>
          <a:xfrm>
            <a:off x="401054" y="2347562"/>
            <a:ext cx="975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b="1" dirty="0">
                <a:solidFill>
                  <a:srgbClr val="0B2545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Things to think about: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E2BC3BD-209F-6E3E-3CD1-ABAC2CE87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443206"/>
              </p:ext>
            </p:extLst>
          </p:nvPr>
        </p:nvGraphicFramePr>
        <p:xfrm>
          <a:off x="441826" y="2908890"/>
          <a:ext cx="11389893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50104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539789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Plot type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chart, bar chart, scatter,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Legend title, item labels,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125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X-Axis and Y-Axis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variable, label text, date format, start at zero?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 title text for the figure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Colors and highlights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color, shading, annotation colors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34329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Annotations and markers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 markers, reference lines, text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927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2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output/figures/02_data_explore/</a:t>
                      </a:r>
                      <a:r>
                        <a:rPr lang="en-US" sz="2200" i="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seasonal_comparison</a:t>
                      </a:r>
                      <a:r>
                        <a:rPr lang="en-US" sz="2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.png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44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54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8526-87D8-81EC-48FF-89792FD3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66312F-A542-F37C-DAEB-B9045F00C0DA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1F0F81-DBC2-47D0-4B00-9CF17C5D6204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5E6300-1AD4-3D66-91BB-1184B9226666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9F7F6-42CC-BEE6-117A-DD9FB44B9016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371F0A-24E9-73FF-56C1-A919C0E9A72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4CFA2A-10DD-01FD-4370-EDB74A8B951C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4618F46-BAE1-065A-5900-BB0202B9A073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71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E0FE98-645F-1C38-43FD-9E4447A14348}"/>
              </a:ext>
            </a:extLst>
          </p:cNvPr>
          <p:cNvSpPr txBox="1"/>
          <p:nvPr/>
        </p:nvSpPr>
        <p:spPr>
          <a:xfrm>
            <a:off x="1200150" y="569774"/>
            <a:ext cx="97917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Note: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The seasonal plot must present the full season chronologically by plotting MMWR weeks 40–53 followed by weeks 1–20 (so weeks 1–20 appear after 40–53 on the x-axis). The plotting implementation must ensure weeks 1–20 are not dropped and are positioned after weeks 40–53 so the full season displays continuously.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BF82943-0893-B9C7-1DF9-E2F37698E38F}"/>
              </a:ext>
            </a:extLst>
          </p:cNvPr>
          <p:cNvSpPr/>
          <p:nvPr/>
        </p:nvSpPr>
        <p:spPr>
          <a:xfrm>
            <a:off x="800100" y="53264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2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69E9-59A4-5091-CDCA-AF218A89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E30C68-F076-E244-B770-D1986693C46E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731BD9E-44DC-4ECD-5EDF-1CA969BE6EB3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C173C25-B8FD-B3DD-643A-C7D2049AC922}"/>
              </a:ext>
            </a:extLst>
          </p:cNvPr>
          <p:cNvSpPr/>
          <p:nvPr/>
        </p:nvSpPr>
        <p:spPr>
          <a:xfrm>
            <a:off x="1061194" y="2360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42E04-5CB2-2831-2D8C-4C9A891CA1C0}"/>
              </a:ext>
            </a:extLst>
          </p:cNvPr>
          <p:cNvSpPr/>
          <p:nvPr/>
        </p:nvSpPr>
        <p:spPr>
          <a:xfrm>
            <a:off x="1858754" y="2387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section header under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 Visualizations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9D55DB9-52F1-B6EC-0CE3-0186385E063A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1E5D116-59E1-9BE4-CE0C-0173984FF3CC}"/>
              </a:ext>
            </a:extLst>
          </p:cNvPr>
          <p:cNvSpPr/>
          <p:nvPr/>
        </p:nvSpPr>
        <p:spPr>
          <a:xfrm>
            <a:off x="1061194" y="3444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8A4D9455-3ECD-682C-B1A8-062ADD3D50E7}"/>
              </a:ext>
            </a:extLst>
          </p:cNvPr>
          <p:cNvSpPr/>
          <p:nvPr/>
        </p:nvSpPr>
        <p:spPr>
          <a:xfrm>
            <a:off x="1858754" y="31482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visual for Q2. Make sure to specify plot types, axes, colors, annotations, file names, etc. (vague rules = vague output).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A78F304-7611-F49B-BA73-9AB32B43F2B4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E0C45DD-4E91-004F-8AC2-FD08F3186D95}"/>
              </a:ext>
            </a:extLst>
          </p:cNvPr>
          <p:cNvSpPr/>
          <p:nvPr/>
        </p:nvSpPr>
        <p:spPr>
          <a:xfrm>
            <a:off x="1061194" y="4522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8F59CB4-FCA9-3402-EE0C-FC5FB33AB3F3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AACBDDD-442F-1873-4FDD-C729F63D35B7}"/>
              </a:ext>
            </a:extLst>
          </p:cNvPr>
          <p:cNvSpPr/>
          <p:nvPr/>
        </p:nvSpPr>
        <p:spPr>
          <a:xfrm>
            <a:off x="1061194" y="5515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C65D749-E0B5-9B8C-326E-958AA14C213E}"/>
              </a:ext>
            </a:extLst>
          </p:cNvPr>
          <p:cNvSpPr/>
          <p:nvPr/>
        </p:nvSpPr>
        <p:spPr>
          <a:xfrm>
            <a:off x="1858754" y="5417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497CAFB-1E6B-462D-18FD-B1B33004E34A}"/>
              </a:ext>
            </a:extLst>
          </p:cNvPr>
          <p:cNvSpPr/>
          <p:nvPr/>
        </p:nvSpPr>
        <p:spPr>
          <a:xfrm>
            <a:off x="800100" y="10996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will work through the following steps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together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to add the next section to our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Q2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D433B3-FBF1-F83A-7FA4-667204D6965E}"/>
              </a:ext>
            </a:extLst>
          </p:cNvPr>
          <p:cNvSpPr/>
          <p:nvPr/>
        </p:nvSpPr>
        <p:spPr>
          <a:xfrm>
            <a:off x="1858754" y="4628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526226AE-C63F-FF6F-6D64-97C20629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0AC6-318D-5E47-8C3E-156D537A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D1B3E7D-FE29-055C-B77D-920F87B9F87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9957E3C-EA6E-C4DB-0689-11CF242797C8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328FDEB-7AB9-796C-363A-7317A42C9ABD}"/>
              </a:ext>
            </a:extLst>
          </p:cNvPr>
          <p:cNvSpPr/>
          <p:nvPr/>
        </p:nvSpPr>
        <p:spPr>
          <a:xfrm>
            <a:off x="1061194" y="233945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C88318B-A90F-7A60-742E-734450C0DFFA}"/>
              </a:ext>
            </a:extLst>
          </p:cNvPr>
          <p:cNvSpPr/>
          <p:nvPr/>
        </p:nvSpPr>
        <p:spPr>
          <a:xfrm>
            <a:off x="1858754" y="2366452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Increase the thickness of the current season plotted line and change the color of the line to blue.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13074AE-B03C-A774-D775-7916CDDFF223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2DD86848-528D-0043-FF8F-B53FB401A5C5}"/>
              </a:ext>
            </a:extLst>
          </p:cNvPr>
          <p:cNvSpPr/>
          <p:nvPr/>
        </p:nvSpPr>
        <p:spPr>
          <a:xfrm>
            <a:off x="1061194" y="334066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0387D29-40D1-5559-C179-3A7D948E5554}"/>
              </a:ext>
            </a:extLst>
          </p:cNvPr>
          <p:cNvSpPr/>
          <p:nvPr/>
        </p:nvSpPr>
        <p:spPr>
          <a:xfrm>
            <a:off x="1858754" y="3043932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Change the non-season plotted line styles. For example, if they are solid lines change it to dashed; if they are dashed, change it to solid.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70914496-37AD-0336-DAB3-8D5C3352855B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FB61508-8AD9-9ABA-F1BD-C2F8CF773D92}"/>
              </a:ext>
            </a:extLst>
          </p:cNvPr>
          <p:cNvSpPr/>
          <p:nvPr/>
        </p:nvSpPr>
        <p:spPr>
          <a:xfrm>
            <a:off x="1061194" y="44177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CB6ED1E-A2E9-3EE0-F010-E3BF50B8D31E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2A63863-F0F9-C21D-ECB1-C2B235F8CA94}"/>
              </a:ext>
            </a:extLst>
          </p:cNvPr>
          <p:cNvSpPr/>
          <p:nvPr/>
        </p:nvSpPr>
        <p:spPr>
          <a:xfrm>
            <a:off x="1061194" y="561437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A5034CB-CA57-06A3-85E3-ADEC2DA8CF2D}"/>
              </a:ext>
            </a:extLst>
          </p:cNvPr>
          <p:cNvSpPr/>
          <p:nvPr/>
        </p:nvSpPr>
        <p:spPr>
          <a:xfrm>
            <a:off x="1858754" y="5734486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the resulting rules document (</a:t>
            </a:r>
            <a:r>
              <a:rPr kumimoji="0" lang="en-US" sz="2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Prompt Copilot, or AI of your</a:t>
            </a:r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choosing, 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update the rules document with the new changes)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script and figure to GitHub. The figure should be named </a:t>
            </a:r>
            <a:r>
              <a:rPr kumimoji="0" lang="en-US" sz="22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seasonal_comparison.png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200" b="1" i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1219170">
              <a:defRPr/>
            </a:pPr>
            <a:endParaRPr kumimoji="0" lang="en-US" sz="22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E10CC6F-141E-6C6E-22DF-BD5135819AB3}"/>
              </a:ext>
            </a:extLst>
          </p:cNvPr>
          <p:cNvSpPr/>
          <p:nvPr/>
        </p:nvSpPr>
        <p:spPr>
          <a:xfrm>
            <a:off x="800100" y="99800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Now, </a:t>
            </a:r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update your rules to make the following changes to your figure and upload the final outputs to the course GitHub. 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84B7AAC-3246-E57F-4D52-ECA2175CD45D}"/>
              </a:ext>
            </a:extLst>
          </p:cNvPr>
          <p:cNvSpPr/>
          <p:nvPr/>
        </p:nvSpPr>
        <p:spPr>
          <a:xfrm>
            <a:off x="1858754" y="4524452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2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Ensure that the x-axis label is “Week of Season” and the y-axis label is “Weekly Total Influenza Admissions (USA)”. 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A46FE5A3-6289-B393-4B21-D789AEE3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5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59D1031-A433-B9E3-67B6-8CB66991412D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seasonal_comparison.png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D07374-307E-3228-0977-A04FF1F7B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496" y="1219200"/>
            <a:ext cx="8255009" cy="49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27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E5B6-C527-1EED-086D-E458ACE4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F1AB1-F18D-CE7F-B5E8-9D0D11F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(Q3):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30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33E49-C9E3-18D5-CECF-BE4431EA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847220B8-B587-B20E-24A3-A22241224680}"/>
              </a:ext>
            </a:extLst>
          </p:cNvPr>
          <p:cNvSpPr/>
          <p:nvPr/>
        </p:nvSpPr>
        <p:spPr>
          <a:xfrm>
            <a:off x="660400" y="5511800"/>
            <a:ext cx="10960100" cy="787400"/>
          </a:xfrm>
          <a:prstGeom prst="round2DiagRect">
            <a:avLst/>
          </a:prstGeom>
          <a:solidFill>
            <a:srgbClr val="F0ECF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04D07A91-EC47-1E76-540C-2A52418DC99C}"/>
              </a:ext>
            </a:extLst>
          </p:cNvPr>
          <p:cNvSpPr/>
          <p:nvPr/>
        </p:nvSpPr>
        <p:spPr>
          <a:xfrm>
            <a:off x="660400" y="1930400"/>
            <a:ext cx="10960100" cy="1587500"/>
          </a:xfrm>
          <a:prstGeom prst="round2DiagRect">
            <a:avLst/>
          </a:prstGeom>
          <a:solidFill>
            <a:srgbClr val="DCEAF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52D7CC-1369-0569-C306-7B6902271000}"/>
              </a:ext>
            </a:extLst>
          </p:cNvPr>
          <p:cNvSpPr/>
          <p:nvPr/>
        </p:nvSpPr>
        <p:spPr>
          <a:xfrm>
            <a:off x="1396916" y="340751"/>
            <a:ext cx="10363200" cy="1031399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Q3: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Peak Analysis (2025-2026)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E8D515B-215C-2EEA-D00C-B3498C221C5B}"/>
              </a:ext>
            </a:extLst>
          </p:cNvPr>
          <p:cNvSpPr/>
          <p:nvPr/>
        </p:nvSpPr>
        <p:spPr>
          <a:xfrm>
            <a:off x="286852" y="391551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6612-E512-DC80-6259-819650088BD0}"/>
              </a:ext>
            </a:extLst>
          </p:cNvPr>
          <p:cNvSpPr txBox="1"/>
          <p:nvPr/>
        </p:nvSpPr>
        <p:spPr>
          <a:xfrm>
            <a:off x="914400" y="2104095"/>
            <a:ext cx="1036320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Use the data created in Activity 1 to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answer the following questions</a:t>
            </a:r>
          </a:p>
          <a:p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about the current season. Unlike Q1 and Q2,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will write the rules to obtain a 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rather than a figure. </a:t>
            </a: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B30DE247-A9D8-9B98-AB2C-5912E970E20A}"/>
              </a:ext>
            </a:extLst>
          </p:cNvPr>
          <p:cNvSpPr/>
          <p:nvPr/>
        </p:nvSpPr>
        <p:spPr>
          <a:xfrm>
            <a:off x="660400" y="3780494"/>
            <a:ext cx="10960100" cy="1439206"/>
          </a:xfrm>
          <a:prstGeom prst="round2DiagRect">
            <a:avLst/>
          </a:prstGeom>
          <a:solidFill>
            <a:srgbClr val="FFF4E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DBE3C-473F-FBF8-0E05-DC22DB1E6003}"/>
              </a:ext>
            </a:extLst>
          </p:cNvPr>
          <p:cNvSpPr txBox="1"/>
          <p:nvPr/>
        </p:nvSpPr>
        <p:spPr>
          <a:xfrm>
            <a:off x="914400" y="4067349"/>
            <a:ext cx="10502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was the peak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how big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was it?</a:t>
            </a:r>
          </a:p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decline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35A8E-D669-12DD-BB15-975569E3DFEF}"/>
              </a:ext>
            </a:extLst>
          </p:cNvPr>
          <p:cNvSpPr txBox="1"/>
          <p:nvPr/>
        </p:nvSpPr>
        <p:spPr>
          <a:xfrm>
            <a:off x="914400" y="5671882"/>
            <a:ext cx="1036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did the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and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?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Graphic 10" descr="Presentation with pie chart with solid fill">
            <a:extLst>
              <a:ext uri="{FF2B5EF4-FFF2-40B4-BE49-F238E27FC236}">
                <a16:creationId xmlns:a16="http://schemas.microsoft.com/office/drawing/2014/main" id="{0B7C84DB-E504-E3D3-1B46-734B96011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924" y="295687"/>
            <a:ext cx="1289008" cy="128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  <p:bldP spid="5" grpId="0" animBg="1"/>
      <p:bldP spid="8" grpId="0"/>
      <p:bldP spid="13" grpId="0" animBg="1"/>
      <p:bldP spid="9" grpId="0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8A9211-8771-917E-CF6C-4087973B5822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Data File Format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CB0E7-0BC7-C4A3-7B28-20CA7A3EA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635949"/>
              </p:ext>
            </p:extLst>
          </p:nvPr>
        </p:nvGraphicFramePr>
        <p:xfrm>
          <a:off x="914400" y="1308100"/>
          <a:ext cx="10363200" cy="371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4266282761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86119765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Element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4398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file name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output/data/02_data_explore/peak_description.csv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41522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Columns &amp; Order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1644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Type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 (YYYY-MM-DD):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Peak_Time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Decline_Start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Season_Start</a:t>
                      </a: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Season_End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Numeric: </a:t>
                      </a:r>
                      <a:r>
                        <a:rPr lang="en-US" sz="2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Peak_Intensity</a:t>
                      </a:r>
                      <a:endParaRPr lang="en-US" sz="2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436042"/>
                  </a:ext>
                </a:extLst>
              </a:tr>
            </a:tbl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665FFAC9-8629-0053-D998-9DFFFCE5937A}"/>
              </a:ext>
            </a:extLst>
          </p:cNvPr>
          <p:cNvSpPr/>
          <p:nvPr/>
        </p:nvSpPr>
        <p:spPr>
          <a:xfrm>
            <a:off x="914400" y="5282398"/>
            <a:ext cx="103632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GitHub agent will check for these columns and file name upon submission. Please make sure to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explicitly reference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this structure as you develop the rules to answer the peak questions.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62B6D-AEF8-50F8-3FD5-0D975967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2F705DA-31F9-936D-B690-87B0C692D244}"/>
              </a:ext>
            </a:extLst>
          </p:cNvPr>
          <p:cNvSpPr/>
          <p:nvPr/>
        </p:nvSpPr>
        <p:spPr>
          <a:xfrm>
            <a:off x="853440" y="17780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Key Definition: What Is a "Season"?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0640FC-3A2F-A33F-5BE5-104F93FC168F}"/>
              </a:ext>
            </a:extLst>
          </p:cNvPr>
          <p:cNvSpPr/>
          <p:nvPr/>
        </p:nvSpPr>
        <p:spPr>
          <a:xfrm>
            <a:off x="853439" y="1134396"/>
            <a:ext cx="10610973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We'll need this definition in the rules, so the agent knows how to identify season boundaries.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B01D92-F9C6-14B3-7583-22AB58B7F1E5}"/>
              </a:ext>
            </a:extLst>
          </p:cNvPr>
          <p:cNvSpPr/>
          <p:nvPr/>
        </p:nvSpPr>
        <p:spPr>
          <a:xfrm>
            <a:off x="853440" y="2110740"/>
            <a:ext cx="10485120" cy="4251960"/>
          </a:xfrm>
          <a:prstGeom prst="rect">
            <a:avLst/>
          </a:prstGeom>
          <a:solidFill>
            <a:srgbClr val="F0F9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CA8E76-7934-5FCB-7053-EE718C7A9DA4}"/>
              </a:ext>
            </a:extLst>
          </p:cNvPr>
          <p:cNvSpPr/>
          <p:nvPr/>
        </p:nvSpPr>
        <p:spPr>
          <a:xfrm>
            <a:off x="853440" y="2110740"/>
            <a:ext cx="121920" cy="4251960"/>
          </a:xfrm>
          <a:prstGeom prst="rect">
            <a:avLst/>
          </a:prstGeom>
          <a:solidFill>
            <a:srgbClr val="13678A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F506AA-2B8D-61F3-DE38-A884DCE8FBF2}"/>
              </a:ext>
            </a:extLst>
          </p:cNvPr>
          <p:cNvSpPr/>
          <p:nvPr/>
        </p:nvSpPr>
        <p:spPr>
          <a:xfrm>
            <a:off x="1254760" y="2236184"/>
            <a:ext cx="9753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000" b="1" dirty="0">
                <a:solidFill>
                  <a:srgbClr val="13678A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Influenza Season Boundaries</a:t>
            </a:r>
            <a:endParaRPr lang="en-US" sz="3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04887C-58B6-4102-D5DD-D7CE6224FC94}"/>
              </a:ext>
            </a:extLst>
          </p:cNvPr>
          <p:cNvSpPr/>
          <p:nvPr/>
        </p:nvSpPr>
        <p:spPr>
          <a:xfrm>
            <a:off x="1254760" y="3079464"/>
            <a:ext cx="9961880" cy="291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Time span: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MMWR week 40 (≈ early October) through week 20 (≈ mid-May) of the next year. A season spans two calendar years and is named for both — e.g. 2025-2026.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start: </a:t>
            </a:r>
            <a:r>
              <a:rPr lang="en-US" sz="2300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calendar date of 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first year with </a:t>
            </a:r>
            <a:r>
              <a:rPr lang="en-US" sz="2300" dirty="0" err="1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Epiweek</a:t>
            </a:r>
            <a:r>
              <a:rPr lang="en-US" sz="2300" dirty="0">
                <a:solidFill>
                  <a:srgbClr val="1F2D3D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= 40. This is a fixed calendar week, the same every season, so the agent sets it directly rather than detecting it from the data. Please account for any leap years in this determination.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spcAft>
                <a:spcPts val="600"/>
              </a:spcAft>
            </a:pPr>
            <a:r>
              <a:rPr lang="en-US" sz="2300" b="1" dirty="0">
                <a:solidFill>
                  <a:srgbClr val="0B254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Season end: 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Earliest calendar date in the second year with </a:t>
            </a:r>
            <a:r>
              <a:rPr lang="en-US" sz="2300" dirty="0" err="1">
                <a:latin typeface="Arial" panose="020B0604020202020204" pitchFamily="34" charset="0"/>
                <a:cs typeface="Arial" panose="020B0604020202020204" pitchFamily="34" charset="0"/>
              </a:rPr>
              <a:t>Epiweek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= 20.</a:t>
            </a:r>
            <a:endParaRPr lang="en-US" sz="23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F480694-1A34-31AB-0FB6-614A1741BE58}"/>
              </a:ext>
            </a:extLst>
          </p:cNvPr>
          <p:cNvSpPr/>
          <p:nvPr/>
        </p:nvSpPr>
        <p:spPr>
          <a:xfrm>
            <a:off x="7744460" y="65059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8B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(CDC, Purpose &amp; Methods, 2025)</a:t>
            </a:r>
            <a:endParaRPr lang="en-US" sz="2000" dirty="0">
              <a:solidFill>
                <a:srgbClr val="8B97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9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84E6-3CA0-DCF0-620B-A35E6AF1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9ADC9A-A341-554E-EC70-5310C0BD3E34}"/>
              </a:ext>
            </a:extLst>
          </p:cNvPr>
          <p:cNvSpPr txBox="1"/>
          <p:nvPr/>
        </p:nvSpPr>
        <p:spPr>
          <a:xfrm>
            <a:off x="463550" y="537339"/>
            <a:ext cx="112649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Note</a:t>
            </a:r>
          </a:p>
          <a:p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When computing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season_start_year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for each `week`, use the calendar year of the date 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(`year(week)`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) as the base year passed to the assignment logic — do not use the `</a:t>
            </a:r>
            <a:r>
              <a:rPr lang="en-US" sz="3500" dirty="0" err="1">
                <a:latin typeface="Arial" panose="020B0604020202020204" pitchFamily="34" charset="0"/>
                <a:cs typeface="Arial" panose="020B0604020202020204" pitchFamily="34" charset="0"/>
              </a:rPr>
              <a:t>MMWRyear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returned by `</a:t>
            </a:r>
            <a:r>
              <a:rPr lang="en-US" sz="3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MMWRweek</a:t>
            </a:r>
            <a:r>
              <a:rPr lang="en-US" sz="35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` as the</a:t>
            </a:r>
          </a:p>
          <a:p>
            <a:pPr algn="ctr"/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base. This avoids mis-attribution when MMWR week numbers span calendar-year boundaries.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C8D1199-6069-4882-19D7-B6F7063F48C0}"/>
              </a:ext>
            </a:extLst>
          </p:cNvPr>
          <p:cNvSpPr/>
          <p:nvPr/>
        </p:nvSpPr>
        <p:spPr>
          <a:xfrm>
            <a:off x="800100" y="5301063"/>
            <a:ext cx="10591800" cy="1006898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7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Hint:</a:t>
            </a:r>
            <a:r>
              <a:rPr lang="en-US" sz="27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When specifying the season definition in the rules, copy-and-paste this directly in with the other specifications (previous slide).</a:t>
            </a:r>
            <a:endParaRPr lang="en-US" sz="27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87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5849-55B8-2075-96B8-C80C31C48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87B17-AB06-C524-0A0C-FAFF1A1A6826}"/>
              </a:ext>
            </a:extLst>
          </p:cNvPr>
          <p:cNvSpPr/>
          <p:nvPr/>
        </p:nvSpPr>
        <p:spPr>
          <a:xfrm>
            <a:off x="914400" y="99794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Now it’s your turn!</a:t>
            </a:r>
            <a:endParaRPr lang="en-US" sz="40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42893BF-603D-16FD-2A99-D76283F741F8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2B1306C9-2A2C-1E78-0B46-5743BF96E30A}"/>
              </a:ext>
            </a:extLst>
          </p:cNvPr>
          <p:cNvSpPr/>
          <p:nvPr/>
        </p:nvSpPr>
        <p:spPr>
          <a:xfrm>
            <a:off x="1061194" y="261460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F6037AE-3976-E8D5-DDAC-665AC35ECBB3}"/>
              </a:ext>
            </a:extLst>
          </p:cNvPr>
          <p:cNvSpPr/>
          <p:nvPr/>
        </p:nvSpPr>
        <p:spPr>
          <a:xfrm>
            <a:off x="1858754" y="2641601"/>
            <a:ext cx="9144000" cy="607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Create the </a:t>
            </a:r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Peak Analysis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section header under the </a:t>
            </a:r>
          </a:p>
          <a:p>
            <a:pPr defTabSz="1219170"/>
            <a:r>
              <a:rPr lang="en-US" sz="2500" dirty="0">
                <a:latin typeface="Courier New" panose="02070309020205020404" pitchFamily="49" charset="0"/>
                <a:ea typeface="Calibri" pitchFamily="34" charset="-122"/>
                <a:cs typeface="Courier New" panose="02070309020205020404" pitchFamily="49" charset="0"/>
              </a:rPr>
              <a:t>## Season Plot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header in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693CA8F-5464-B621-D726-CFED63B08868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8C3D2F1-6247-7CD1-A4AD-A6A8DC28C101}"/>
              </a:ext>
            </a:extLst>
          </p:cNvPr>
          <p:cNvSpPr/>
          <p:nvPr/>
        </p:nvSpPr>
        <p:spPr>
          <a:xfrm>
            <a:off x="1061194" y="369894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DD3259E-9566-9C4E-C5E1-9A78049E802D}"/>
              </a:ext>
            </a:extLst>
          </p:cNvPr>
          <p:cNvSpPr/>
          <p:nvPr/>
        </p:nvSpPr>
        <p:spPr>
          <a:xfrm>
            <a:off x="1858754" y="3453006"/>
            <a:ext cx="9144000" cy="1272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Write detailed rules to obtain the CSV for Q3. Make sure to include where to call the data from, where to save, column headers and types, definition of a peak, etc.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D6C55FD-FA14-CA8B-6594-012A9E8619E2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33DFD9B-8AD1-6CF5-9CBA-56260151DCCA}"/>
              </a:ext>
            </a:extLst>
          </p:cNvPr>
          <p:cNvSpPr/>
          <p:nvPr/>
        </p:nvSpPr>
        <p:spPr>
          <a:xfrm>
            <a:off x="1061194" y="47760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D3E3820-32BC-D67A-265F-B2CC7344B25E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78EC8E8-4079-8C05-0CEA-EB6F87DFBE0D}"/>
              </a:ext>
            </a:extLst>
          </p:cNvPr>
          <p:cNvSpPr/>
          <p:nvPr/>
        </p:nvSpPr>
        <p:spPr>
          <a:xfrm>
            <a:off x="1061194" y="5769447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kumimoji="0" lang="en-US" sz="1867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0ECE4ED-8FBE-8B8A-1BBE-0433DC10E814}"/>
              </a:ext>
            </a:extLst>
          </p:cNvPr>
          <p:cNvSpPr/>
          <p:nvPr/>
        </p:nvSpPr>
        <p:spPr>
          <a:xfrm>
            <a:off x="1858754" y="5671275"/>
            <a:ext cx="9914146" cy="83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defTabSz="1219170">
              <a:defRPr/>
            </a:pP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kumimoji="0" lang="en-US" sz="25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file and Copilot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(your AI of choice) </a:t>
            </a:r>
            <a:r>
              <a:rPr kumimoji="0" lang="en-US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 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update </a:t>
            </a:r>
            <a:r>
              <a:rPr kumimoji="0" lang="en-US" sz="25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scripts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/0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2_data_explore.R.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Run the script and check the output.</a:t>
            </a:r>
            <a:endParaRPr kumimoji="0" lang="en-US" sz="25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DB5B5F8F-147D-7C12-9ECB-A1D4EF826EBF}"/>
              </a:ext>
            </a:extLst>
          </p:cNvPr>
          <p:cNvSpPr/>
          <p:nvPr/>
        </p:nvSpPr>
        <p:spPr>
          <a:xfrm>
            <a:off x="800100" y="1003170"/>
            <a:ext cx="10591800" cy="136858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500" b="1" u="sng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On your own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go through the following steps to add the next section to the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rules.md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document and obtain the answers for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Q3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Once you are finished, </a:t>
            </a:r>
            <a:r>
              <a:rPr lang="en-US" sz="2500" b="1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upload your results to GitHub</a:t>
            </a:r>
            <a:r>
              <a:rPr lang="en-US" sz="2500" dirty="0">
                <a:solidFill>
                  <a:srgbClr val="3341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. </a:t>
            </a:r>
            <a:endParaRPr lang="en-US" sz="25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ACB02014-7799-90AE-0C7C-8405493CB06E}"/>
              </a:ext>
            </a:extLst>
          </p:cNvPr>
          <p:cNvSpPr/>
          <p:nvPr/>
        </p:nvSpPr>
        <p:spPr>
          <a:xfrm>
            <a:off x="1858754" y="4882726"/>
            <a:ext cx="950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Regenerate </a:t>
            </a:r>
            <a:r>
              <a:rPr lang="en-US" sz="2500" b="1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agents.md</a:t>
            </a:r>
            <a:r>
              <a:rPr lang="en-US" sz="25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from your updated rules document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Your Turn Rubber Stamp Royalty Free SVG, Cliparts, Vectors, and Stock  Illustration. Image 68258628.">
            <a:extLst>
              <a:ext uri="{FF2B5EF4-FFF2-40B4-BE49-F238E27FC236}">
                <a16:creationId xmlns:a16="http://schemas.microsoft.com/office/drawing/2014/main" id="{136230BF-00F6-F6A4-424C-B2E4BA12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312" y="49858"/>
            <a:ext cx="981703" cy="98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09DA11-B375-CAFC-D2A8-7A98652DD1AC}"/>
              </a:ext>
            </a:extLst>
          </p:cNvPr>
          <p:cNvSpPr/>
          <p:nvPr/>
        </p:nvSpPr>
        <p:spPr>
          <a:xfrm>
            <a:off x="914400" y="30022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chemeClr val="accent2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Remember, vague rules will result in vague output. Be precise about every detail!</a:t>
            </a:r>
            <a:endParaRPr lang="en-US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672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85A919B-D5AB-0506-6B71-AFCED31AACF3}"/>
              </a:ext>
            </a:extLst>
          </p:cNvPr>
          <p:cNvSpPr/>
          <p:nvPr/>
        </p:nvSpPr>
        <p:spPr>
          <a:xfrm>
            <a:off x="853440" y="18288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peak_description.csv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324158-1160-971F-B54B-D4AD3E031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08353"/>
              </p:ext>
            </p:extLst>
          </p:nvPr>
        </p:nvGraphicFramePr>
        <p:xfrm>
          <a:off x="1410970" y="1915160"/>
          <a:ext cx="9370060" cy="3703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5030">
                  <a:extLst>
                    <a:ext uri="{9D8B030D-6E8A-4147-A177-3AD203B41FA5}">
                      <a16:colId xmlns:a16="http://schemas.microsoft.com/office/drawing/2014/main" val="859925639"/>
                    </a:ext>
                  </a:extLst>
                </a:gridCol>
                <a:gridCol w="4685030">
                  <a:extLst>
                    <a:ext uri="{9D8B030D-6E8A-4147-A177-3AD203B41FA5}">
                      <a16:colId xmlns:a16="http://schemas.microsoft.com/office/drawing/2014/main" val="3386775927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Variable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/>
                        <a:t>Value</a:t>
                      </a:r>
                      <a:endParaRPr lang="en-US" sz="2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08377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Peak_Time</a:t>
                      </a:r>
                      <a:r>
                        <a:rPr lang="en-US" sz="2500" dirty="0"/>
                        <a:t>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2026-01-03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64725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Peak_Intensity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42,634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122816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Decline_Start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2026-01-10 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0379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Season_Start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2025-09-28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0698129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err="1"/>
                        <a:t>Season_End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2026-05-17</a:t>
                      </a:r>
                      <a:endPara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40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78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1D6225-133C-4E1D-BC14-2C490806E8F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14934eb-0775-4378-99e9-b743cf2392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2626</Words>
  <Application>Microsoft Office PowerPoint</Application>
  <PresentationFormat>Widescreen</PresentationFormat>
  <Paragraphs>258</Paragraphs>
  <Slides>31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Consolas</vt:lpstr>
      <vt:lpstr>Courier New</vt:lpstr>
      <vt:lpstr>Trebuchet MS</vt:lpstr>
      <vt:lpstr>Office Theme</vt:lpstr>
      <vt:lpstr>Activity 02: Data Exploration</vt:lpstr>
      <vt:lpstr>PowerPoint Presentation</vt:lpstr>
      <vt:lpstr>PowerPoint Presentation</vt:lpstr>
      <vt:lpstr>PowerPoint Presentation</vt:lpstr>
      <vt:lpstr>Task Overviews</vt:lpstr>
      <vt:lpstr>Goal Output</vt:lpstr>
      <vt:lpstr>PowerPoint Presentation</vt:lpstr>
      <vt:lpstr>Task 1 (Q1): National Trend over Time 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2 (Q2): Season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3 (Q3): Peak Analysis (2025-2026)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11</cp:revision>
  <dcterms:created xsi:type="dcterms:W3CDTF">2026-06-30T23:35:53Z</dcterms:created>
  <dcterms:modified xsi:type="dcterms:W3CDTF">2026-07-23T11:10:57Z</dcterms:modified>
</cp:coreProperties>
</file>