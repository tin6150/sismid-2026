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05" r:id="rId2"/>
    <p:sldId id="513" r:id="rId3"/>
    <p:sldId id="425" r:id="rId4"/>
    <p:sldId id="426" r:id="rId5"/>
    <p:sldId id="509" r:id="rId6"/>
    <p:sldId id="510" r:id="rId7"/>
    <p:sldId id="511" r:id="rId8"/>
    <p:sldId id="307" r:id="rId9"/>
    <p:sldId id="409" r:id="rId10"/>
    <p:sldId id="276" r:id="rId11"/>
    <p:sldId id="417" r:id="rId12"/>
    <p:sldId id="512" r:id="rId13"/>
    <p:sldId id="410" r:id="rId14"/>
    <p:sldId id="412" r:id="rId15"/>
    <p:sldId id="415" r:id="rId16"/>
    <p:sldId id="418" r:id="rId17"/>
    <p:sldId id="419" r:id="rId18"/>
    <p:sldId id="42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978"/>
    <a:srgbClr val="FFF4EC"/>
    <a:srgbClr val="DCEAF7"/>
    <a:srgbClr val="E8F8F0"/>
    <a:srgbClr val="F0EC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B2A79A-9CA8-4B4E-8461-1A21B581C16F}" v="1" dt="2026-07-21T20:02:21.8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78" d="100"/>
          <a:sy n="78" d="100"/>
        </p:scale>
        <p:origin x="78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21T20:02:21.800" v="1089"/>
      <pc:docMkLst>
        <pc:docMk/>
      </pc:docMkLst>
      <pc:sldChg chg="modSp mod modNotesTx">
        <pc:chgData name="ambleic@clemson.edu" userId="43615028507_tp_box_2" providerId="OAuth2" clId="{5F4B9ABB-DEB5-4DC3-A8F9-1752A2D02C85}" dt="2026-07-19T04:36:26.387" v="1088" actId="20577"/>
        <pc:sldMkLst>
          <pc:docMk/>
          <pc:sldMk cId="0" sldId="276"/>
        </pc:sldMkLst>
        <pc:spChg chg="mod">
          <ac:chgData name="ambleic@clemson.edu" userId="43615028507_tp_box_2" providerId="OAuth2" clId="{5F4B9ABB-DEB5-4DC3-A8F9-1752A2D02C85}" dt="2026-07-18T20:37:49.062" v="461" actId="12788"/>
          <ac:spMkLst>
            <pc:docMk/>
            <pc:sldMk cId="0" sldId="276"/>
            <ac:spMk id="2" creationId="{00000000-0000-0000-0000-000000000000}"/>
          </ac:spMkLst>
        </pc:spChg>
        <pc:spChg chg="mod">
          <ac:chgData name="ambleic@clemson.edu" userId="43615028507_tp_box_2" providerId="OAuth2" clId="{5F4B9ABB-DEB5-4DC3-A8F9-1752A2D02C85}" dt="2026-07-19T04:36:26.387" v="1088" actId="20577"/>
          <ac:spMkLst>
            <pc:docMk/>
            <pc:sldMk cId="0" sldId="276"/>
            <ac:spMk id="3" creationId="{00000000-0000-0000-0000-000000000000}"/>
          </ac:spMkLst>
        </pc:spChg>
        <pc:spChg chg="mod">
          <ac:chgData name="ambleic@clemson.edu" userId="43615028507_tp_box_2" providerId="OAuth2" clId="{5F4B9ABB-DEB5-4DC3-A8F9-1752A2D02C85}" dt="2026-07-18T20:38:08.288" v="464" actId="255"/>
          <ac:spMkLst>
            <pc:docMk/>
            <pc:sldMk cId="0" sldId="276"/>
            <ac:spMk id="4" creationId="{00000000-0000-0000-0000-000000000000}"/>
          </ac:spMkLst>
        </pc:spChg>
        <pc:spChg chg="mod">
          <ac:chgData name="ambleic@clemson.edu" userId="43615028507_tp_box_2" providerId="OAuth2" clId="{5F4B9ABB-DEB5-4DC3-A8F9-1752A2D02C85}" dt="2026-07-18T20:57:40.209" v="1022" actId="20577"/>
          <ac:spMkLst>
            <pc:docMk/>
            <pc:sldMk cId="0" sldId="276"/>
            <ac:spMk id="6" creationId="{00000000-0000-0000-0000-000000000000}"/>
          </ac:spMkLst>
        </pc:spChg>
        <pc:spChg chg="mod">
          <ac:chgData name="ambleic@clemson.edu" userId="43615028507_tp_box_2" providerId="OAuth2" clId="{5F4B9ABB-DEB5-4DC3-A8F9-1752A2D02C85}" dt="2026-07-18T20:38:14.428" v="466" actId="207"/>
          <ac:spMkLst>
            <pc:docMk/>
            <pc:sldMk cId="0" sldId="276"/>
            <ac:spMk id="7" creationId="{00000000-0000-0000-0000-000000000000}"/>
          </ac:spMkLst>
        </pc:spChg>
        <pc:spChg chg="mod">
          <ac:chgData name="ambleic@clemson.edu" userId="43615028507_tp_box_2" providerId="OAuth2" clId="{5F4B9ABB-DEB5-4DC3-A8F9-1752A2D02C85}" dt="2026-07-18T20:57:21.212" v="1019" actId="20577"/>
          <ac:spMkLst>
            <pc:docMk/>
            <pc:sldMk cId="0" sldId="276"/>
            <ac:spMk id="11" creationId="{00000000-0000-0000-0000-000000000000}"/>
          </ac:spMkLst>
        </pc:spChg>
      </pc:sldChg>
      <pc:sldChg chg="modSp">
        <pc:chgData name="ambleic@clemson.edu" userId="43615028507_tp_box_2" providerId="OAuth2" clId="{5F4B9ABB-DEB5-4DC3-A8F9-1752A2D02C85}" dt="2026-07-12T14:51:20.892" v="62" actId="20577"/>
        <pc:sldMkLst>
          <pc:docMk/>
          <pc:sldMk cId="3304282249" sldId="307"/>
        </pc:sldMkLst>
        <pc:spChg chg="mod">
          <ac:chgData name="ambleic@clemson.edu" userId="43615028507_tp_box_2" providerId="OAuth2" clId="{5F4B9ABB-DEB5-4DC3-A8F9-1752A2D02C85}" dt="2026-07-12T14:51:20.892" v="62" actId="20577"/>
          <ac:spMkLst>
            <pc:docMk/>
            <pc:sldMk cId="3304282249" sldId="307"/>
            <ac:spMk id="20" creationId="{37A8D232-AAD6-8472-C518-A56F611C69BD}"/>
          </ac:spMkLst>
        </pc:spChg>
      </pc:sldChg>
      <pc:sldChg chg="modSp mod">
        <pc:chgData name="ambleic@clemson.edu" userId="43615028507_tp_box_2" providerId="OAuth2" clId="{5F4B9ABB-DEB5-4DC3-A8F9-1752A2D02C85}" dt="2026-07-19T04:35:40.575" v="1085" actId="20577"/>
        <pc:sldMkLst>
          <pc:docMk/>
          <pc:sldMk cId="3687666995" sldId="405"/>
        </pc:sldMkLst>
        <pc:spChg chg="mod">
          <ac:chgData name="ambleic@clemson.edu" userId="43615028507_tp_box_2" providerId="OAuth2" clId="{5F4B9ABB-DEB5-4DC3-A8F9-1752A2D02C85}" dt="2026-07-19T04:35:40.575" v="1085" actId="20577"/>
          <ac:spMkLst>
            <pc:docMk/>
            <pc:sldMk cId="3687666995" sldId="405"/>
            <ac:spMk id="3" creationId="{39A4178C-AE0F-47AF-7BE9-B86991376138}"/>
          </ac:spMkLst>
        </pc:spChg>
      </pc:sldChg>
      <pc:sldChg chg="modSp">
        <pc:chgData name="ambleic@clemson.edu" userId="43615028507_tp_box_2" providerId="OAuth2" clId="{5F4B9ABB-DEB5-4DC3-A8F9-1752A2D02C85}" dt="2026-07-18T20:56:09.255" v="1013" actId="20577"/>
        <pc:sldMkLst>
          <pc:docMk/>
          <pc:sldMk cId="3782569830" sldId="409"/>
        </pc:sldMkLst>
        <pc:spChg chg="mod">
          <ac:chgData name="ambleic@clemson.edu" userId="43615028507_tp_box_2" providerId="OAuth2" clId="{5F4B9ABB-DEB5-4DC3-A8F9-1752A2D02C85}" dt="2026-07-18T20:56:09.255" v="1013" actId="20577"/>
          <ac:spMkLst>
            <pc:docMk/>
            <pc:sldMk cId="3782569830" sldId="409"/>
            <ac:spMk id="5" creationId="{F31F4AF8-58E5-1142-92E4-5C4BF9F42DD6}"/>
          </ac:spMkLst>
        </pc:spChg>
      </pc:sldChg>
      <pc:sldChg chg="addSp delSp modSp mod modNotesTx">
        <pc:chgData name="ambleic@clemson.edu" userId="43615028507_tp_box_2" providerId="OAuth2" clId="{5F4B9ABB-DEB5-4DC3-A8F9-1752A2D02C85}" dt="2026-07-19T04:25:15.223" v="1080" actId="1076"/>
        <pc:sldMkLst>
          <pc:docMk/>
          <pc:sldMk cId="1629276906" sldId="419"/>
        </pc:sldMkLst>
        <pc:picChg chg="add mod">
          <ac:chgData name="ambleic@clemson.edu" userId="43615028507_tp_box_2" providerId="OAuth2" clId="{5F4B9ABB-DEB5-4DC3-A8F9-1752A2D02C85}" dt="2026-07-19T04:25:15.223" v="1080" actId="1076"/>
          <ac:picMkLst>
            <pc:docMk/>
            <pc:sldMk cId="1629276906" sldId="419"/>
            <ac:picMk id="3" creationId="{C9FAD540-9060-126D-3955-CA7485295114}"/>
          </ac:picMkLst>
        </pc:picChg>
      </pc:sldChg>
      <pc:sldChg chg="add">
        <pc:chgData name="ambleic@clemson.edu" userId="43615028507_tp_box_2" providerId="OAuth2" clId="{5F4B9ABB-DEB5-4DC3-A8F9-1752A2D02C85}" dt="2026-07-18T20:01:48.706" v="222"/>
        <pc:sldMkLst>
          <pc:docMk/>
          <pc:sldMk cId="263152172" sldId="425"/>
        </pc:sldMkLst>
      </pc:sldChg>
      <pc:sldChg chg="modSp add mod ord">
        <pc:chgData name="ambleic@clemson.edu" userId="43615028507_tp_box_2" providerId="OAuth2" clId="{5F4B9ABB-DEB5-4DC3-A8F9-1752A2D02C85}" dt="2026-07-21T20:02:21.800" v="1089"/>
        <pc:sldMkLst>
          <pc:docMk/>
          <pc:sldMk cId="3886218017" sldId="426"/>
        </pc:sldMkLst>
        <pc:spChg chg="mod">
          <ac:chgData name="ambleic@clemson.edu" userId="43615028507_tp_box_2" providerId="OAuth2" clId="{5F4B9ABB-DEB5-4DC3-A8F9-1752A2D02C85}" dt="2026-07-21T20:02:21.800" v="1089"/>
          <ac:spMkLst>
            <pc:docMk/>
            <pc:sldMk cId="3886218017" sldId="426"/>
            <ac:spMk id="27" creationId="{1B0207FA-97BD-2917-EBDF-A708BDBBCF75}"/>
          </ac:spMkLst>
        </pc:spChg>
        <pc:spChg chg="mod">
          <ac:chgData name="ambleic@clemson.edu" userId="43615028507_tp_box_2" providerId="OAuth2" clId="{5F4B9ABB-DEB5-4DC3-A8F9-1752A2D02C85}" dt="2026-07-18T20:03:54.926" v="234" actId="1076"/>
          <ac:spMkLst>
            <pc:docMk/>
            <pc:sldMk cId="3886218017" sldId="426"/>
            <ac:spMk id="83" creationId="{0CC4D98A-E089-7C28-0A6C-876F927952EC}"/>
          </ac:spMkLst>
        </pc:spChg>
        <pc:spChg chg="mod">
          <ac:chgData name="ambleic@clemson.edu" userId="43615028507_tp_box_2" providerId="OAuth2" clId="{5F4B9ABB-DEB5-4DC3-A8F9-1752A2D02C85}" dt="2026-07-18T20:04:09.253" v="268" actId="1076"/>
          <ac:spMkLst>
            <pc:docMk/>
            <pc:sldMk cId="3886218017" sldId="426"/>
            <ac:spMk id="84" creationId="{457AC859-6DCC-BE97-86ED-E048D25F6114}"/>
          </ac:spMkLst>
        </pc:spChg>
      </pc:sldChg>
      <pc:sldChg chg="modSp add mod">
        <pc:chgData name="ambleic@clemson.edu" userId="43615028507_tp_box_2" providerId="OAuth2" clId="{5F4B9ABB-DEB5-4DC3-A8F9-1752A2D02C85}" dt="2026-07-18T20:16:47.285" v="395" actId="12788"/>
        <pc:sldMkLst>
          <pc:docMk/>
          <pc:sldMk cId="757380635" sldId="509"/>
        </pc:sldMkLst>
        <pc:spChg chg="mod">
          <ac:chgData name="ambleic@clemson.edu" userId="43615028507_tp_box_2" providerId="OAuth2" clId="{5F4B9ABB-DEB5-4DC3-A8F9-1752A2D02C85}" dt="2026-07-18T20:15:04.434" v="354" actId="12788"/>
          <ac:spMkLst>
            <pc:docMk/>
            <pc:sldMk cId="757380635" sldId="509"/>
            <ac:spMk id="2" creationId="{AF1904A8-1BC0-BEF9-D316-657EC87DADA4}"/>
          </ac:spMkLst>
        </pc:spChg>
        <pc:graphicFrameChg chg="mod modGraphic">
          <ac:chgData name="ambleic@clemson.edu" userId="43615028507_tp_box_2" providerId="OAuth2" clId="{5F4B9ABB-DEB5-4DC3-A8F9-1752A2D02C85}" dt="2026-07-18T20:16:47.285" v="395" actId="12788"/>
          <ac:graphicFrameMkLst>
            <pc:docMk/>
            <pc:sldMk cId="757380635" sldId="509"/>
            <ac:graphicFrameMk id="7" creationId="{739EE78A-44FA-685D-EC14-5A698DE5A063}"/>
          </ac:graphicFrameMkLst>
        </pc:graphicFrameChg>
        <pc:picChg chg="mod">
          <ac:chgData name="ambleic@clemson.edu" userId="43615028507_tp_box_2" providerId="OAuth2" clId="{5F4B9ABB-DEB5-4DC3-A8F9-1752A2D02C85}" dt="2026-07-18T20:16:04.350" v="383" actId="1035"/>
          <ac:picMkLst>
            <pc:docMk/>
            <pc:sldMk cId="757380635" sldId="509"/>
            <ac:picMk id="3" creationId="{7ADB0E6B-AEF9-C0F2-3B56-FC08E8CE6061}"/>
          </ac:picMkLst>
        </pc:picChg>
      </pc:sldChg>
      <pc:sldChg chg="modSp add mod">
        <pc:chgData name="ambleic@clemson.edu" userId="43615028507_tp_box_2" providerId="OAuth2" clId="{5F4B9ABB-DEB5-4DC3-A8F9-1752A2D02C85}" dt="2026-07-18T20:17:33.745" v="402" actId="12788"/>
        <pc:sldMkLst>
          <pc:docMk/>
          <pc:sldMk cId="1124998227" sldId="510"/>
        </pc:sldMkLst>
        <pc:spChg chg="mod">
          <ac:chgData name="ambleic@clemson.edu" userId="43615028507_tp_box_2" providerId="OAuth2" clId="{5F4B9ABB-DEB5-4DC3-A8F9-1752A2D02C85}" dt="2026-07-18T20:17:33.745" v="402" actId="12788"/>
          <ac:spMkLst>
            <pc:docMk/>
            <pc:sldMk cId="1124998227" sldId="510"/>
            <ac:spMk id="2" creationId="{DF5B00C1-BD6A-D367-BE03-DC02A6210404}"/>
          </ac:spMkLst>
        </pc:spChg>
        <pc:graphicFrameChg chg="modGraphic">
          <ac:chgData name="ambleic@clemson.edu" userId="43615028507_tp_box_2" providerId="OAuth2" clId="{5F4B9ABB-DEB5-4DC3-A8F9-1752A2D02C85}" dt="2026-07-18T20:17:19.569" v="401" actId="255"/>
          <ac:graphicFrameMkLst>
            <pc:docMk/>
            <pc:sldMk cId="1124998227" sldId="510"/>
            <ac:graphicFrameMk id="7" creationId="{00000000-0000-0000-0000-000000000000}"/>
          </ac:graphicFrameMkLst>
        </pc:graphicFrameChg>
      </pc:sldChg>
      <pc:sldChg chg="modSp add mod">
        <pc:chgData name="ambleic@clemson.edu" userId="43615028507_tp_box_2" providerId="OAuth2" clId="{5F4B9ABB-DEB5-4DC3-A8F9-1752A2D02C85}" dt="2026-07-18T20:37:31.624" v="460" actId="114"/>
        <pc:sldMkLst>
          <pc:docMk/>
          <pc:sldMk cId="3272094873" sldId="511"/>
        </pc:sldMkLst>
        <pc:spChg chg="mod">
          <ac:chgData name="ambleic@clemson.edu" userId="43615028507_tp_box_2" providerId="OAuth2" clId="{5F4B9ABB-DEB5-4DC3-A8F9-1752A2D02C85}" dt="2026-07-18T20:27:20.596" v="448"/>
          <ac:spMkLst>
            <pc:docMk/>
            <pc:sldMk cId="3272094873" sldId="511"/>
            <ac:spMk id="30" creationId="{766B9B3D-540A-F916-3ED6-CC73478D77A4}"/>
          </ac:spMkLst>
        </pc:spChg>
        <pc:spChg chg="mod">
          <ac:chgData name="ambleic@clemson.edu" userId="43615028507_tp_box_2" providerId="OAuth2" clId="{5F4B9ABB-DEB5-4DC3-A8F9-1752A2D02C85}" dt="2026-07-18T20:27:20.596" v="449"/>
          <ac:spMkLst>
            <pc:docMk/>
            <pc:sldMk cId="3272094873" sldId="511"/>
            <ac:spMk id="31" creationId="{8C277FC5-C822-B3CE-E1DA-8FDCF2402478}"/>
          </ac:spMkLst>
        </pc:spChg>
        <pc:spChg chg="mod">
          <ac:chgData name="ambleic@clemson.edu" userId="43615028507_tp_box_2" providerId="OAuth2" clId="{5F4B9ABB-DEB5-4DC3-A8F9-1752A2D02C85}" dt="2026-07-18T20:27:20.596" v="450"/>
          <ac:spMkLst>
            <pc:docMk/>
            <pc:sldMk cId="3272094873" sldId="511"/>
            <ac:spMk id="34" creationId="{5780BAFF-6D6C-3FE5-DFB5-20F98DEA1C4C}"/>
          </ac:spMkLst>
        </pc:spChg>
        <pc:spChg chg="mod">
          <ac:chgData name="ambleic@clemson.edu" userId="43615028507_tp_box_2" providerId="OAuth2" clId="{5F4B9ABB-DEB5-4DC3-A8F9-1752A2D02C85}" dt="2026-07-18T20:27:20.600" v="451"/>
          <ac:spMkLst>
            <pc:docMk/>
            <pc:sldMk cId="3272094873" sldId="511"/>
            <ac:spMk id="35" creationId="{2E695CB8-3A1B-A5D3-1004-94E84B3A4748}"/>
          </ac:spMkLst>
        </pc:spChg>
        <pc:spChg chg="mod">
          <ac:chgData name="ambleic@clemson.edu" userId="43615028507_tp_box_2" providerId="OAuth2" clId="{5F4B9ABB-DEB5-4DC3-A8F9-1752A2D02C85}" dt="2026-07-18T20:27:20.600" v="452"/>
          <ac:spMkLst>
            <pc:docMk/>
            <pc:sldMk cId="3272094873" sldId="511"/>
            <ac:spMk id="38" creationId="{63767C7F-4C42-88C0-E178-132D80506C59}"/>
          </ac:spMkLst>
        </pc:spChg>
        <pc:spChg chg="mod">
          <ac:chgData name="ambleic@clemson.edu" userId="43615028507_tp_box_2" providerId="OAuth2" clId="{5F4B9ABB-DEB5-4DC3-A8F9-1752A2D02C85}" dt="2026-07-18T20:27:20.600" v="453"/>
          <ac:spMkLst>
            <pc:docMk/>
            <pc:sldMk cId="3272094873" sldId="511"/>
            <ac:spMk id="39" creationId="{9C9174C5-5963-7DC6-5E0E-92BB2C7FC0E5}"/>
          </ac:spMkLst>
        </pc:spChg>
        <pc:spChg chg="mod">
          <ac:chgData name="ambleic@clemson.edu" userId="43615028507_tp_box_2" providerId="OAuth2" clId="{5F4B9ABB-DEB5-4DC3-A8F9-1752A2D02C85}" dt="2026-07-18T20:27:20.600" v="454"/>
          <ac:spMkLst>
            <pc:docMk/>
            <pc:sldMk cId="3272094873" sldId="511"/>
            <ac:spMk id="42" creationId="{097E363A-9A4B-0E7B-C550-0550BDE18BAE}"/>
          </ac:spMkLst>
        </pc:spChg>
        <pc:spChg chg="mod">
          <ac:chgData name="ambleic@clemson.edu" userId="43615028507_tp_box_2" providerId="OAuth2" clId="{5F4B9ABB-DEB5-4DC3-A8F9-1752A2D02C85}" dt="2026-07-18T20:27:20.600" v="455"/>
          <ac:spMkLst>
            <pc:docMk/>
            <pc:sldMk cId="3272094873" sldId="511"/>
            <ac:spMk id="43" creationId="{ABCB3DCD-3DAA-3B0C-0C88-4EB93C1D627D}"/>
          </ac:spMkLst>
        </pc:spChg>
        <pc:spChg chg="mod">
          <ac:chgData name="ambleic@clemson.edu" userId="43615028507_tp_box_2" providerId="OAuth2" clId="{5F4B9ABB-DEB5-4DC3-A8F9-1752A2D02C85}" dt="2026-07-18T20:27:20.600" v="456"/>
          <ac:spMkLst>
            <pc:docMk/>
            <pc:sldMk cId="3272094873" sldId="511"/>
            <ac:spMk id="46" creationId="{4A5A1607-FFF6-530D-D63F-6595DE536723}"/>
          </ac:spMkLst>
        </pc:spChg>
        <pc:spChg chg="mod">
          <ac:chgData name="ambleic@clemson.edu" userId="43615028507_tp_box_2" providerId="OAuth2" clId="{5F4B9ABB-DEB5-4DC3-A8F9-1752A2D02C85}" dt="2026-07-18T20:27:20.600" v="457"/>
          <ac:spMkLst>
            <pc:docMk/>
            <pc:sldMk cId="3272094873" sldId="511"/>
            <ac:spMk id="47" creationId="{26C5C571-55C4-AC16-70AF-A14E4E267ECA}"/>
          </ac:spMkLst>
        </pc:spChg>
        <pc:spChg chg="mod">
          <ac:chgData name="ambleic@clemson.edu" userId="43615028507_tp_box_2" providerId="OAuth2" clId="{5F4B9ABB-DEB5-4DC3-A8F9-1752A2D02C85}" dt="2026-07-18T20:27:20.600" v="458"/>
          <ac:spMkLst>
            <pc:docMk/>
            <pc:sldMk cId="3272094873" sldId="511"/>
            <ac:spMk id="50" creationId="{B484E23B-F0DA-0576-1B3E-86BA289BD01D}"/>
          </ac:spMkLst>
        </pc:spChg>
        <pc:spChg chg="mod">
          <ac:chgData name="ambleic@clemson.edu" userId="43615028507_tp_box_2" providerId="OAuth2" clId="{5F4B9ABB-DEB5-4DC3-A8F9-1752A2D02C85}" dt="2026-07-18T20:27:20.600" v="459"/>
          <ac:spMkLst>
            <pc:docMk/>
            <pc:sldMk cId="3272094873" sldId="511"/>
            <ac:spMk id="51" creationId="{168A532D-AF7D-C4E5-E01F-93AA4ADECD8A}"/>
          </ac:spMkLst>
        </pc:spChg>
        <pc:spChg chg="mod">
          <ac:chgData name="ambleic@clemson.edu" userId="43615028507_tp_box_2" providerId="OAuth2" clId="{5F4B9ABB-DEB5-4DC3-A8F9-1752A2D02C85}" dt="2026-07-18T20:37:31.624" v="460" actId="114"/>
          <ac:spMkLst>
            <pc:docMk/>
            <pc:sldMk cId="3272094873" sldId="511"/>
            <ac:spMk id="53" creationId="{A887FBE7-EB77-046D-6D1E-A1E7CB5C3444}"/>
          </ac:spMkLst>
        </pc:spChg>
      </pc:sldChg>
      <pc:sldChg chg="modSp add mod">
        <pc:chgData name="ambleic@clemson.edu" userId="43615028507_tp_box_2" providerId="OAuth2" clId="{5F4B9ABB-DEB5-4DC3-A8F9-1752A2D02C85}" dt="2026-07-19T04:36:05.101" v="1087" actId="20577"/>
        <pc:sldMkLst>
          <pc:docMk/>
          <pc:sldMk cId="3848616987" sldId="512"/>
        </pc:sldMkLst>
        <pc:spChg chg="mod">
          <ac:chgData name="ambleic@clemson.edu" userId="43615028507_tp_box_2" providerId="OAuth2" clId="{5F4B9ABB-DEB5-4DC3-A8F9-1752A2D02C85}" dt="2026-07-18T20:43:35.313" v="945" actId="1036"/>
          <ac:spMkLst>
            <pc:docMk/>
            <pc:sldMk cId="3848616987" sldId="512"/>
            <ac:spMk id="3" creationId="{DEEBAA79-8517-E6A8-B34D-D0D181F0B288}"/>
          </ac:spMkLst>
        </pc:spChg>
        <pc:spChg chg="mod">
          <ac:chgData name="ambleic@clemson.edu" userId="43615028507_tp_box_2" providerId="OAuth2" clId="{5F4B9ABB-DEB5-4DC3-A8F9-1752A2D02C85}" dt="2026-07-18T20:43:35.313" v="945" actId="1036"/>
          <ac:spMkLst>
            <pc:docMk/>
            <pc:sldMk cId="3848616987" sldId="512"/>
            <ac:spMk id="4" creationId="{CC8E3E80-482C-656F-AA63-3F6DE4553B50}"/>
          </ac:spMkLst>
        </pc:spChg>
        <pc:spChg chg="mod">
          <ac:chgData name="ambleic@clemson.edu" userId="43615028507_tp_box_2" providerId="OAuth2" clId="{5F4B9ABB-DEB5-4DC3-A8F9-1752A2D02C85}" dt="2026-07-19T04:36:05.101" v="1087" actId="20577"/>
          <ac:spMkLst>
            <pc:docMk/>
            <pc:sldMk cId="3848616987" sldId="512"/>
            <ac:spMk id="5" creationId="{EBD04F2E-E14E-03AE-5B61-7C444ED253AA}"/>
          </ac:spMkLst>
        </pc:spChg>
        <pc:spChg chg="mod">
          <ac:chgData name="ambleic@clemson.edu" userId="43615028507_tp_box_2" providerId="OAuth2" clId="{5F4B9ABB-DEB5-4DC3-A8F9-1752A2D02C85}" dt="2026-07-18T20:43:35.313" v="945" actId="1036"/>
          <ac:spMkLst>
            <pc:docMk/>
            <pc:sldMk cId="3848616987" sldId="512"/>
            <ac:spMk id="8" creationId="{0C00A2FC-6858-672F-BD70-95BA21BAD6DC}"/>
          </ac:spMkLst>
        </pc:spChg>
        <pc:spChg chg="mod">
          <ac:chgData name="ambleic@clemson.edu" userId="43615028507_tp_box_2" providerId="OAuth2" clId="{5F4B9ABB-DEB5-4DC3-A8F9-1752A2D02C85}" dt="2026-07-18T20:43:35.313" v="945" actId="1036"/>
          <ac:spMkLst>
            <pc:docMk/>
            <pc:sldMk cId="3848616987" sldId="512"/>
            <ac:spMk id="9" creationId="{C69F5978-29E5-0397-3B78-FF0541394485}"/>
          </ac:spMkLst>
        </pc:spChg>
        <pc:spChg chg="mod">
          <ac:chgData name="ambleic@clemson.edu" userId="43615028507_tp_box_2" providerId="OAuth2" clId="{5F4B9ABB-DEB5-4DC3-A8F9-1752A2D02C85}" dt="2026-07-18T20:43:35.313" v="945" actId="1036"/>
          <ac:spMkLst>
            <pc:docMk/>
            <pc:sldMk cId="3848616987" sldId="512"/>
            <ac:spMk id="10" creationId="{B30FF4D9-1D72-47B9-ED32-64B0595DB4C0}"/>
          </ac:spMkLst>
        </pc:spChg>
        <pc:spChg chg="mod">
          <ac:chgData name="ambleic@clemson.edu" userId="43615028507_tp_box_2" providerId="OAuth2" clId="{5F4B9ABB-DEB5-4DC3-A8F9-1752A2D02C85}" dt="2026-07-19T04:35:26.425" v="1082" actId="20577"/>
          <ac:spMkLst>
            <pc:docMk/>
            <pc:sldMk cId="3848616987" sldId="512"/>
            <ac:spMk id="11" creationId="{87164228-EED9-2290-18BA-B80C7E76CF86}"/>
          </ac:spMkLst>
        </pc:spChg>
        <pc:spChg chg="mod">
          <ac:chgData name="ambleic@clemson.edu" userId="43615028507_tp_box_2" providerId="OAuth2" clId="{5F4B9ABB-DEB5-4DC3-A8F9-1752A2D02C85}" dt="2026-07-18T20:43:35.313" v="945" actId="1036"/>
          <ac:spMkLst>
            <pc:docMk/>
            <pc:sldMk cId="3848616987" sldId="512"/>
            <ac:spMk id="12" creationId="{A1BA130A-23BE-4AAC-0FEE-887AF4C3E4DF}"/>
          </ac:spMkLst>
        </pc:spChg>
        <pc:spChg chg="mod">
          <ac:chgData name="ambleic@clemson.edu" userId="43615028507_tp_box_2" providerId="OAuth2" clId="{5F4B9ABB-DEB5-4DC3-A8F9-1752A2D02C85}" dt="2026-07-18T20:43:35.313" v="945" actId="1036"/>
          <ac:spMkLst>
            <pc:docMk/>
            <pc:sldMk cId="3848616987" sldId="512"/>
            <ac:spMk id="13" creationId="{1DB12B9E-447A-F2AA-978E-19D4C33F2820}"/>
          </ac:spMkLst>
        </pc:spChg>
        <pc:spChg chg="mod">
          <ac:chgData name="ambleic@clemson.edu" userId="43615028507_tp_box_2" providerId="OAuth2" clId="{5F4B9ABB-DEB5-4DC3-A8F9-1752A2D02C85}" dt="2026-07-19T04:35:35.398" v="1084" actId="20577"/>
          <ac:spMkLst>
            <pc:docMk/>
            <pc:sldMk cId="3848616987" sldId="512"/>
            <ac:spMk id="14" creationId="{1E792020-C6AD-9A45-CB84-9F1CAD79403E}"/>
          </ac:spMkLst>
        </pc:spChg>
        <pc:spChg chg="mod">
          <ac:chgData name="ambleic@clemson.edu" userId="43615028507_tp_box_2" providerId="OAuth2" clId="{5F4B9ABB-DEB5-4DC3-A8F9-1752A2D02C85}" dt="2026-07-18T20:43:35.313" v="945" actId="1036"/>
          <ac:spMkLst>
            <pc:docMk/>
            <pc:sldMk cId="3848616987" sldId="512"/>
            <ac:spMk id="16" creationId="{3D2332E3-D1C1-2917-0F33-9A46A2875E11}"/>
          </ac:spMkLst>
        </pc:spChg>
        <pc:spChg chg="mod">
          <ac:chgData name="ambleic@clemson.edu" userId="43615028507_tp_box_2" providerId="OAuth2" clId="{5F4B9ABB-DEB5-4DC3-A8F9-1752A2D02C85}" dt="2026-07-18T20:43:35.313" v="945" actId="1036"/>
          <ac:spMkLst>
            <pc:docMk/>
            <pc:sldMk cId="3848616987" sldId="512"/>
            <ac:spMk id="17" creationId="{E944A787-C0E0-7E63-55FE-38183FFDB167}"/>
          </ac:spMkLst>
        </pc:spChg>
        <pc:spChg chg="mod">
          <ac:chgData name="ambleic@clemson.edu" userId="43615028507_tp_box_2" providerId="OAuth2" clId="{5F4B9ABB-DEB5-4DC3-A8F9-1752A2D02C85}" dt="2026-07-18T20:54:50.446" v="982" actId="20577"/>
          <ac:spMkLst>
            <pc:docMk/>
            <pc:sldMk cId="3848616987" sldId="512"/>
            <ac:spMk id="21" creationId="{3C38A973-21C1-C28F-0F8E-758B0F44D030}"/>
          </ac:spMkLst>
        </pc:spChg>
      </pc:sldChg>
      <pc:sldChg chg="modSp add mod">
        <pc:chgData name="ambleic@clemson.edu" userId="43615028507_tp_box_2" providerId="OAuth2" clId="{5F4B9ABB-DEB5-4DC3-A8F9-1752A2D02C85}" dt="2026-07-18T20:54:30.311" v="977" actId="1035"/>
        <pc:sldMkLst>
          <pc:docMk/>
          <pc:sldMk cId="1212357894" sldId="513"/>
        </pc:sldMkLst>
        <pc:spChg chg="mod">
          <ac:chgData name="ambleic@clemson.edu" userId="43615028507_tp_box_2" providerId="OAuth2" clId="{5F4B9ABB-DEB5-4DC3-A8F9-1752A2D02C85}" dt="2026-07-18T20:54:25.543" v="966" actId="1035"/>
          <ac:spMkLst>
            <pc:docMk/>
            <pc:sldMk cId="1212357894" sldId="513"/>
            <ac:spMk id="3" creationId="{38CFCFA4-6414-D3C2-2637-E4DB7977EB5E}"/>
          </ac:spMkLst>
        </pc:spChg>
        <pc:graphicFrameChg chg="mod modGraphic">
          <ac:chgData name="ambleic@clemson.edu" userId="43615028507_tp_box_2" providerId="OAuth2" clId="{5F4B9ABB-DEB5-4DC3-A8F9-1752A2D02C85}" dt="2026-07-18T20:54:30.311" v="977" actId="1035"/>
          <ac:graphicFrameMkLst>
            <pc:docMk/>
            <pc:sldMk cId="1212357894" sldId="513"/>
            <ac:graphicFrameMk id="7" creationId="{67FA3C47-38BF-4381-9A13-2A6F8DC32BCE}"/>
          </ac:graphicFrameMkLst>
        </pc:graphicFrameChg>
      </pc:sldChg>
    </pc:docChg>
  </pc:docChgLst>
  <pc:docChgLst>
    <pc:chgData name="Lior Rennert" userId="3892681948_tp_box_2" providerId="OAuth2" clId="{DBC9C590-A9C5-4303-BC05-B23A2856A570}"/>
    <pc:docChg chg="modSld">
      <pc:chgData name="Lior Rennert" userId="3892681948_tp_box_2" providerId="OAuth2" clId="{DBC9C590-A9C5-4303-BC05-B23A2856A570}" dt="2026-07-13T18:29:08.737" v="0"/>
      <pc:docMkLst>
        <pc:docMk/>
      </pc:docMkLst>
      <pc:sldChg chg="modSp">
        <pc:chgData name="Lior Rennert" userId="3892681948_tp_box_2" providerId="OAuth2" clId="{DBC9C590-A9C5-4303-BC05-B23A2856A570}" dt="2026-07-13T18:29:08.737" v="0"/>
        <pc:sldMkLst>
          <pc:docMk/>
          <pc:sldMk cId="0" sldId="276"/>
        </pc:sldMkLst>
        <pc:spChg chg="mod">
          <ac:chgData name="Lior Rennert" userId="3892681948_tp_box_2" providerId="OAuth2" clId="{DBC9C590-A9C5-4303-BC05-B23A2856A570}" dt="2026-07-13T18:29:08.737" v="0"/>
          <ac:spMkLst>
            <pc:docMk/>
            <pc:sldMk cId="0" sldId="27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813FC-438F-41C6-BA17-82A754B920B0}"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5534A-FD8A-408B-AC34-BAC5DB966B0A}" type="slidenum">
              <a:rPr lang="en-US" smtClean="0"/>
              <a:t>‹#›</a:t>
            </a:fld>
            <a:endParaRPr lang="en-US"/>
          </a:p>
        </p:txBody>
      </p:sp>
    </p:spTree>
    <p:extLst>
      <p:ext uri="{BB962C8B-B14F-4D97-AF65-F5344CB8AC3E}">
        <p14:creationId xmlns:p14="http://schemas.microsoft.com/office/powerpoint/2010/main" val="301806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DE72-006E-9BDA-8615-9A7BE355B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B44B0-9594-1322-1B36-B259D2468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9233A-6069-A2BE-D74C-767BADFB7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DC434-AA49-B1AE-B293-415AFE1B7D41}"/>
              </a:ext>
            </a:extLst>
          </p:cNvPr>
          <p:cNvSpPr>
            <a:spLocks noGrp="1"/>
          </p:cNvSpPr>
          <p:nvPr>
            <p:ph type="sldNum" sz="quarter" idx="5"/>
          </p:nvPr>
        </p:nvSpPr>
        <p:spPr/>
        <p:txBody>
          <a:bodyPr/>
          <a:lstStyle/>
          <a:p>
            <a:fld id="{EFC45A4A-0340-4030-8DF6-B0876EC10DF5}" type="slidenum">
              <a:rPr lang="en-US" smtClean="0"/>
              <a:t>8</a:t>
            </a:fld>
            <a:endParaRPr lang="en-US"/>
          </a:p>
        </p:txBody>
      </p:sp>
    </p:spTree>
    <p:extLst>
      <p:ext uri="{BB962C8B-B14F-4D97-AF65-F5344CB8AC3E}">
        <p14:creationId xmlns:p14="http://schemas.microsoft.com/office/powerpoint/2010/main" val="393225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12</a:t>
            </a:fld>
            <a:endParaRPr lang="en-US"/>
          </a:p>
        </p:txBody>
      </p:sp>
    </p:spTree>
    <p:extLst>
      <p:ext uri="{BB962C8B-B14F-4D97-AF65-F5344CB8AC3E}">
        <p14:creationId xmlns:p14="http://schemas.microsoft.com/office/powerpoint/2010/main" val="1601169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17</a:t>
            </a:fld>
            <a:endParaRPr lang="en-US"/>
          </a:p>
        </p:txBody>
      </p:sp>
    </p:spTree>
    <p:extLst>
      <p:ext uri="{BB962C8B-B14F-4D97-AF65-F5344CB8AC3E}">
        <p14:creationId xmlns:p14="http://schemas.microsoft.com/office/powerpoint/2010/main" val="16603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A97F-CD71-4965-005A-D67EF8BC0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E9A978-74C2-AE49-1D29-0EFC04508F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70A37-2C5B-B785-F964-6E78307BF7C7}"/>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5" name="Footer Placeholder 4">
            <a:extLst>
              <a:ext uri="{FF2B5EF4-FFF2-40B4-BE49-F238E27FC236}">
                <a16:creationId xmlns:a16="http://schemas.microsoft.com/office/drawing/2014/main" id="{20A2DEFB-A82C-1EF1-707A-EE4D889D9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9304-7D70-1339-DA27-3B005B59804E}"/>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4648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36F-70A2-5B92-2864-0A3F96647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AF30B-6615-55FE-183E-FA59E9DE9F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FC6BEC-BF82-CFA8-092E-CF210926E11E}"/>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5" name="Footer Placeholder 4">
            <a:extLst>
              <a:ext uri="{FF2B5EF4-FFF2-40B4-BE49-F238E27FC236}">
                <a16:creationId xmlns:a16="http://schemas.microsoft.com/office/drawing/2014/main" id="{1AA0CC97-B2F7-FB79-062E-54AF3F5EB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6AB1-DA89-725E-DE21-3E83B307096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96431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91D4-6FB8-B2DD-683D-E73C6102F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B726-13D6-58B1-6F5F-0AFC63E1FF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67CB2B-CD0A-765E-AE51-363F91F40C0B}"/>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5" name="Footer Placeholder 4">
            <a:extLst>
              <a:ext uri="{FF2B5EF4-FFF2-40B4-BE49-F238E27FC236}">
                <a16:creationId xmlns:a16="http://schemas.microsoft.com/office/drawing/2014/main" id="{1F4F2254-DC4A-BDF5-131C-DE75A8C13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8E49C-6845-BE05-4062-E3F460910014}"/>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57388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3C9A-431E-9432-4CE5-1E4081ADC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D7591-3B91-E964-B146-46C624DAD9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82AAF0-DC7D-9D3E-8072-45C2DB084E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9B6A2F-000C-24A1-A213-56E9B1ED9093}"/>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6" name="Footer Placeholder 5">
            <a:extLst>
              <a:ext uri="{FF2B5EF4-FFF2-40B4-BE49-F238E27FC236}">
                <a16:creationId xmlns:a16="http://schemas.microsoft.com/office/drawing/2014/main" id="{AC6E676C-4424-0D94-51AD-950AFBABB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A4540-C626-A23A-91E1-C78C2D57CE0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98116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A9A2-356D-8CE8-1350-AE3239E0C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0506FB-D095-E126-F3E0-03857B908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AE16A-C2E5-BF8B-4862-F61363CEE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FAE0CE-4DFD-A416-D2E5-E688675C0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8F299F-8B8D-B6AC-41D2-8C112F8D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720553-F6D9-66C4-23BB-0B1451A8A61E}"/>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8" name="Footer Placeholder 7">
            <a:extLst>
              <a:ext uri="{FF2B5EF4-FFF2-40B4-BE49-F238E27FC236}">
                <a16:creationId xmlns:a16="http://schemas.microsoft.com/office/drawing/2014/main" id="{732F7D92-524A-6A87-EA50-89D03CFFFF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5A27D4-F685-F2E9-E9E7-CAD92CB3E055}"/>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403622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CE5-4ACD-CF56-B40F-B31733491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8EA34-6380-72ED-0C09-9113FFF93C91}"/>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4" name="Footer Placeholder 3">
            <a:extLst>
              <a:ext uri="{FF2B5EF4-FFF2-40B4-BE49-F238E27FC236}">
                <a16:creationId xmlns:a16="http://schemas.microsoft.com/office/drawing/2014/main" id="{D838A4FE-2220-15B6-5008-03FC920B5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70C450-0F39-5262-9587-0E67B360DC27}"/>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17485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C2F05-5FF5-4538-C94E-ADA2D2094735}"/>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3" name="Footer Placeholder 2">
            <a:extLst>
              <a:ext uri="{FF2B5EF4-FFF2-40B4-BE49-F238E27FC236}">
                <a16:creationId xmlns:a16="http://schemas.microsoft.com/office/drawing/2014/main" id="{6AA6081F-37B2-B5B3-C824-0094910C2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1F216E-9C22-93DC-CE1B-01F983D192EC}"/>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29272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9F8E0-C697-B450-75AD-0B9192D98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960FF-74F3-8434-E6D8-C65676D7F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68DA9F-6847-A35C-4810-4C0ACF3D0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2C20D-9D9F-753C-A55F-0B71DB22D373}"/>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6" name="Footer Placeholder 5">
            <a:extLst>
              <a:ext uri="{FF2B5EF4-FFF2-40B4-BE49-F238E27FC236}">
                <a16:creationId xmlns:a16="http://schemas.microsoft.com/office/drawing/2014/main" id="{4720B7D4-480A-B03A-C5C7-EE513C92A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576A6-C589-02AA-840A-17854EF6CE98}"/>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5516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010B-07FC-F30A-B4DE-87C16539E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54620A-E200-488E-DD2E-D334165CA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B9AD33-D884-36F6-1A4B-FB6CFC7BC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19108E-04B7-0162-A3E5-CDF79F1670EB}"/>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6" name="Footer Placeholder 5">
            <a:extLst>
              <a:ext uri="{FF2B5EF4-FFF2-40B4-BE49-F238E27FC236}">
                <a16:creationId xmlns:a16="http://schemas.microsoft.com/office/drawing/2014/main" id="{93384C22-61B7-37D5-9FF8-A1CFFD67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5D79D8-8AEC-5DD4-5E87-5F54021FE32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20282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70E1-6B87-35FE-8ACD-C920B3BD2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6415D-3CE3-FEA1-37A5-B2616E254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41405-7ECC-1929-3EE2-E7EE6EBAFDB8}"/>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5" name="Footer Placeholder 4">
            <a:extLst>
              <a:ext uri="{FF2B5EF4-FFF2-40B4-BE49-F238E27FC236}">
                <a16:creationId xmlns:a16="http://schemas.microsoft.com/office/drawing/2014/main" id="{36088DC5-0808-14C6-C1C8-CB190AE2D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A95D-A325-7CA4-C4F2-E58152C47A9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06653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465DF-97ED-B475-4CF0-D0D129FB6C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845E37-C7C4-EED9-BB6B-A0C9B0294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54292-BF30-39DF-6482-58F91FEB01F9}"/>
              </a:ext>
            </a:extLst>
          </p:cNvPr>
          <p:cNvSpPr>
            <a:spLocks noGrp="1"/>
          </p:cNvSpPr>
          <p:nvPr>
            <p:ph type="dt" sz="half" idx="10"/>
          </p:nvPr>
        </p:nvSpPr>
        <p:spPr/>
        <p:txBody>
          <a:bodyPr/>
          <a:lstStyle/>
          <a:p>
            <a:fld id="{01365F07-267D-4BA2-BC6C-B3B81FF729D9}" type="datetimeFigureOut">
              <a:rPr lang="en-US" smtClean="0"/>
              <a:t>7/21/2026</a:t>
            </a:fld>
            <a:endParaRPr lang="en-US"/>
          </a:p>
        </p:txBody>
      </p:sp>
      <p:sp>
        <p:nvSpPr>
          <p:cNvPr id="5" name="Footer Placeholder 4">
            <a:extLst>
              <a:ext uri="{FF2B5EF4-FFF2-40B4-BE49-F238E27FC236}">
                <a16:creationId xmlns:a16="http://schemas.microsoft.com/office/drawing/2014/main" id="{3FF6A6A8-B1D4-30E3-1646-ADAE88890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224F2-E97D-5A0C-6F2D-FB0A76A2BC13}"/>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94136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62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B4174-C107-0C7D-2D9F-CD547224C8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B1F2D3-AAB1-7794-4BA9-550A32E8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CD71F-16AB-0810-8CF6-7C92F9F45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65F07-267D-4BA2-BC6C-B3B81FF729D9}" type="datetimeFigureOut">
              <a:rPr lang="en-US" smtClean="0"/>
              <a:t>7/21/2026</a:t>
            </a:fld>
            <a:endParaRPr lang="en-US"/>
          </a:p>
        </p:txBody>
      </p:sp>
      <p:sp>
        <p:nvSpPr>
          <p:cNvPr id="5" name="Footer Placeholder 4">
            <a:extLst>
              <a:ext uri="{FF2B5EF4-FFF2-40B4-BE49-F238E27FC236}">
                <a16:creationId xmlns:a16="http://schemas.microsoft.com/office/drawing/2014/main" id="{5C6519D8-6BF2-22A6-3B3E-1EBEE93B4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54DEB5-FB6F-8E4C-4D51-EA491E8C9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B0F965-FC3C-4497-88D9-279B96B630D8}" type="slidenum">
              <a:rPr lang="en-US" smtClean="0"/>
              <a:t>‹#›</a:t>
            </a:fld>
            <a:endParaRPr lang="en-US"/>
          </a:p>
        </p:txBody>
      </p:sp>
    </p:spTree>
    <p:extLst>
      <p:ext uri="{BB962C8B-B14F-4D97-AF65-F5344CB8AC3E}">
        <p14:creationId xmlns:p14="http://schemas.microsoft.com/office/powerpoint/2010/main" val="345660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01: Data Cleaning &amp; Visuals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919328106"/>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Data Cleaning: The Rules</a:t>
                      </a:r>
                    </a:p>
                  </a:txBody>
                  <a:tcPr anchor="ctr"/>
                </a:tc>
                <a:tc>
                  <a:txBody>
                    <a:bodyPr/>
                    <a:lstStyle/>
                    <a:p>
                      <a:pPr algn="ctr"/>
                      <a:r>
                        <a:rPr lang="en-US" sz="2500" dirty="0">
                          <a:latin typeface="Arial" panose="020B0604020202020204" pitchFamily="34" charset="0"/>
                          <a:cs typeface="Arial" panose="020B0604020202020204" pitchFamily="34" charset="0"/>
                        </a:rPr>
                        <a:t>7–11</a:t>
                      </a:r>
                    </a:p>
                  </a:txBody>
                  <a:tcPr anchor="ctr"/>
                </a:tc>
                <a:extLst>
                  <a:ext uri="{0D108BD9-81ED-4DB2-BD59-A6C34878D82A}">
                    <a16:rowId xmlns:a16="http://schemas.microsoft.com/office/drawing/2014/main" val="10005"/>
                  </a:ext>
                </a:extLst>
              </a:tr>
              <a:tr h="560000">
                <a:tc>
                  <a:txBody>
                    <a:bodyPr/>
                    <a:lstStyle/>
                    <a:p>
                      <a:r>
                        <a:rPr lang="en-US" sz="2500" dirty="0">
                          <a:latin typeface="Arial" panose="020B0604020202020204" pitchFamily="34" charset="0"/>
                          <a:cs typeface="Arial" panose="020B0604020202020204" pitchFamily="34" charset="0"/>
                        </a:rPr>
                        <a:t>6. Activity: Data Cleaning</a:t>
                      </a:r>
                    </a:p>
                  </a:txBody>
                  <a:tcPr anchor="ctr"/>
                </a:tc>
                <a:tc>
                  <a:txBody>
                    <a:bodyPr/>
                    <a:lstStyle/>
                    <a:p>
                      <a:pPr algn="ctr"/>
                      <a:r>
                        <a:rPr lang="en-US" sz="2500" dirty="0">
                          <a:latin typeface="Arial" panose="020B0604020202020204" pitchFamily="34" charset="0"/>
                          <a:cs typeface="Arial" panose="020B0604020202020204" pitchFamily="34" charset="0"/>
                        </a:rPr>
                        <a:t>12–13</a:t>
                      </a:r>
                    </a:p>
                  </a:txBody>
                  <a:tcPr anchor="ctr"/>
                </a:tc>
                <a:extLst>
                  <a:ext uri="{0D108BD9-81ED-4DB2-BD59-A6C34878D82A}">
                    <a16:rowId xmlns:a16="http://schemas.microsoft.com/office/drawing/2014/main" val="10006"/>
                  </a:ext>
                </a:extLst>
              </a:tr>
              <a:tr h="560000">
                <a:tc>
                  <a:txBody>
                    <a:bodyPr/>
                    <a:lstStyle/>
                    <a:p>
                      <a:r>
                        <a:rPr lang="en-US" sz="2500" dirty="0">
                          <a:latin typeface="Arial" panose="020B0604020202020204" pitchFamily="34" charset="0"/>
                          <a:cs typeface="Arial" panose="020B0604020202020204" pitchFamily="34" charset="0"/>
                        </a:rPr>
                        <a:t>7. Reference Files: agents.md &amp; R Scripts</a:t>
                      </a:r>
                    </a:p>
                  </a:txBody>
                  <a:tcPr anchor="ctr"/>
                </a:tc>
                <a:tc>
                  <a:txBody>
                    <a:bodyPr/>
                    <a:lstStyle/>
                    <a:p>
                      <a:pPr algn="ctr"/>
                      <a:r>
                        <a:rPr lang="en-US" sz="2500" dirty="0">
                          <a:latin typeface="Arial" panose="020B0604020202020204" pitchFamily="34" charset="0"/>
                          <a:cs typeface="Arial" panose="020B0604020202020204" pitchFamily="34" charset="0"/>
                        </a:rPr>
                        <a:t>14–16</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8. Results: Epicurve &amp; Dataset</a:t>
                      </a:r>
                    </a:p>
                  </a:txBody>
                  <a:tcPr anchor="ctr"/>
                </a:tc>
                <a:tc>
                  <a:txBody>
                    <a:bodyPr/>
                    <a:lstStyle/>
                    <a:p>
                      <a:pPr algn="ctr"/>
                      <a:r>
                        <a:rPr lang="en-US" sz="2500" dirty="0">
                          <a:latin typeface="Arial" panose="020B0604020202020204" pitchFamily="34" charset="0"/>
                          <a:cs typeface="Arial" panose="020B0604020202020204" pitchFamily="34" charset="0"/>
                        </a:rPr>
                        <a:t>17–18</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1235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260415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198687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Refinement</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470995379"/>
              </p:ext>
            </p:extLst>
          </p:nvPr>
        </p:nvGraphicFramePr>
        <p:xfrm>
          <a:off x="472440" y="1405572"/>
          <a:ext cx="11247121" cy="503320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6">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Confirm your data</a:t>
                      </a:r>
                    </a:p>
                  </a:txBody>
                  <a:tcPr anchor="ctr"/>
                </a:tc>
                <a:tc>
                  <a:txBody>
                    <a:bodyPr/>
                    <a:lstStyle/>
                    <a:p>
                      <a:pPr algn="l"/>
                      <a:r>
                        <a:rPr lang="en-US" sz="2200" dirty="0">
                          <a:latin typeface="Arial" panose="020B0604020202020204" pitchFamily="34" charset="0"/>
                          <a:cs typeface="Arial" panose="020B0604020202020204" pitchFamily="34" charset="0"/>
                        </a:rPr>
                        <a:t>Open the project folder and check it contains the </a:t>
                      </a:r>
                      <a:r>
                        <a:rPr lang="en-US" sz="2200" i="1" dirty="0">
                          <a:solidFill>
                            <a:schemeClr val="tx1"/>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2200" dirty="0">
                          <a:solidFill>
                            <a:schemeClr val="tx1"/>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cs typeface="Arial" panose="020B0604020202020204" pitchFamily="34" charset="0"/>
                        </a:rPr>
                        <a:t>dataset.</a:t>
                      </a:r>
                    </a:p>
                  </a:txBody>
                  <a:tcPr anchor="ctr"/>
                </a:tc>
                <a:extLst>
                  <a:ext uri="{0D108BD9-81ED-4DB2-BD59-A6C34878D82A}">
                    <a16:rowId xmlns:a16="http://schemas.microsoft.com/office/drawing/2014/main" val="10001"/>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Review the rules</a:t>
                      </a:r>
                    </a:p>
                  </a:txBody>
                  <a:tcPr anchor="ctr"/>
                </a:tc>
                <a:tc>
                  <a:txBody>
                    <a:bodyPr/>
                    <a:lstStyle/>
                    <a:p>
                      <a:pPr algn="l"/>
                      <a:r>
                        <a:rPr lang="en-US" sz="2200" dirty="0">
                          <a:latin typeface="Arial" panose="020B0604020202020204" pitchFamily="34" charset="0"/>
                          <a:cs typeface="Arial" panose="020B0604020202020204" pitchFamily="34" charset="0"/>
                        </a:rPr>
                        <a:t>Open </a:t>
                      </a:r>
                      <a:r>
                        <a:rPr lang="en-US" sz="2200" i="1" dirty="0">
                          <a:latin typeface="Arial" panose="020B0604020202020204" pitchFamily="34" charset="0"/>
                          <a:cs typeface="Arial" panose="020B0604020202020204" pitchFamily="34" charset="0"/>
                        </a:rPr>
                        <a:t>rules.md</a:t>
                      </a:r>
                      <a:r>
                        <a:rPr lang="en-US" sz="2200" dirty="0">
                          <a:latin typeface="Arial" panose="020B0604020202020204" pitchFamily="34" charset="0"/>
                          <a:cs typeface="Arial" panose="020B0604020202020204" pitchFamily="34" charset="0"/>
                        </a:rPr>
                        <a:t> and confirm the </a:t>
                      </a:r>
                      <a:r>
                        <a:rPr lang="en-US" sz="2200" i="1" dirty="0">
                          <a:latin typeface="Arial" panose="020B0604020202020204" pitchFamily="34" charset="0"/>
                          <a:cs typeface="Arial" panose="020B0604020202020204" pitchFamily="34" charset="0"/>
                        </a:rPr>
                        <a:t>Data Cleaning Rules</a:t>
                      </a:r>
                      <a:r>
                        <a:rPr lang="en-US" sz="2200" dirty="0">
                          <a:latin typeface="Arial" panose="020B0604020202020204" pitchFamily="34" charset="0"/>
                          <a:cs typeface="Arial" panose="020B0604020202020204" pitchFamily="34" charset="0"/>
                        </a:rPr>
                        <a:t> match those covered in the lecture.</a:t>
                      </a:r>
                    </a:p>
                  </a:txBody>
                  <a:tcPr anchor="ctr"/>
                </a:tc>
                <a:extLst>
                  <a:ext uri="{0D108BD9-81ED-4DB2-BD59-A6C34878D82A}">
                    <a16:rowId xmlns:a16="http://schemas.microsoft.com/office/drawing/2014/main" val="10002"/>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3: </a:t>
                      </a:r>
                      <a:r>
                        <a:rPr lang="en-US" sz="2200" dirty="0">
                          <a:latin typeface="Arial" panose="020B0604020202020204" pitchFamily="34" charset="0"/>
                          <a:cs typeface="Arial" panose="020B0604020202020204" pitchFamily="34" charset="0"/>
                        </a:rPr>
                        <a:t>Create </a:t>
                      </a:r>
                      <a:r>
                        <a:rPr lang="en-US" sz="2200" i="1" dirty="0">
                          <a:latin typeface="Arial" panose="020B0604020202020204" pitchFamily="34" charset="0"/>
                          <a:cs typeface="Arial" panose="020B0604020202020204" pitchFamily="34" charset="0"/>
                        </a:rPr>
                        <a:t>agents.md</a:t>
                      </a:r>
                    </a:p>
                  </a:txBody>
                  <a:tcPr anchor="ctr"/>
                </a:tc>
                <a:tc>
                  <a:txBody>
                    <a:bodyPr/>
                    <a:lstStyle/>
                    <a:p>
                      <a:pPr algn="l"/>
                      <a:r>
                        <a:rPr lang="en-US" sz="2200" dirty="0">
                          <a:latin typeface="Arial" panose="020B0604020202020204" pitchFamily="34" charset="0"/>
                          <a:cs typeface="Arial" panose="020B0604020202020204" pitchFamily="34" charset="0"/>
                        </a:rPr>
                        <a:t>Prompt Copilot (or your AI of choice) to turn the rules document into an </a:t>
                      </a:r>
                      <a:r>
                        <a:rPr lang="en-US" sz="2200" i="1" dirty="0">
                          <a:latin typeface="Arial" panose="020B0604020202020204" pitchFamily="34" charset="0"/>
                          <a:cs typeface="Arial" panose="020B0604020202020204" pitchFamily="34" charset="0"/>
                        </a:rPr>
                        <a:t>agents.md</a:t>
                      </a:r>
                      <a:r>
                        <a:rPr lang="en-US" sz="2200" dirty="0">
                          <a:latin typeface="Arial" panose="020B0604020202020204" pitchFamily="34" charset="0"/>
                          <a:cs typeface="Arial" panose="020B0604020202020204" pitchFamily="34" charset="0"/>
                        </a:rPr>
                        <a:t> file.</a:t>
                      </a:r>
                    </a:p>
                  </a:txBody>
                  <a:tcPr anchor="ctr"/>
                </a:tc>
                <a:extLst>
                  <a:ext uri="{0D108BD9-81ED-4DB2-BD59-A6C34878D82A}">
                    <a16:rowId xmlns:a16="http://schemas.microsoft.com/office/drawing/2014/main" val="10003"/>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4: </a:t>
                      </a:r>
                      <a:r>
                        <a:rPr lang="en-US" sz="2200" dirty="0">
                          <a:latin typeface="Arial" panose="020B0604020202020204" pitchFamily="34" charset="0"/>
                          <a:cs typeface="Arial" panose="020B0604020202020204" pitchFamily="34" charset="0"/>
                        </a:rPr>
                        <a:t>Build the cleaning script</a:t>
                      </a:r>
                    </a:p>
                  </a:txBody>
                  <a:tcPr anchor="ctr"/>
                </a:tc>
                <a:tc>
                  <a:txBody>
                    <a:bodyPr/>
                    <a:lstStyle/>
                    <a:p>
                      <a:pPr algn="l"/>
                      <a:r>
                        <a:rPr lang="en-US" sz="2200" dirty="0">
                          <a:latin typeface="Arial" panose="020B0604020202020204" pitchFamily="34" charset="0"/>
                          <a:cs typeface="Arial" panose="020B0604020202020204" pitchFamily="34" charset="0"/>
                        </a:rPr>
                        <a:t>Use </a:t>
                      </a:r>
                      <a:r>
                        <a:rPr lang="en-US" sz="2200" i="1" dirty="0">
                          <a:latin typeface="Arial" panose="020B0604020202020204" pitchFamily="34" charset="0"/>
                          <a:cs typeface="Arial" panose="020B0604020202020204" pitchFamily="34" charset="0"/>
                        </a:rPr>
                        <a:t>agents.md </a:t>
                      </a:r>
                      <a:r>
                        <a:rPr lang="en-US" sz="2200" dirty="0">
                          <a:latin typeface="Arial" panose="020B0604020202020204" pitchFamily="34" charset="0"/>
                          <a:cs typeface="Arial" panose="020B0604020202020204" pitchFamily="34" charset="0"/>
                        </a:rPr>
                        <a:t>with Copilot (or your AI of choice) to generate the </a:t>
                      </a:r>
                      <a:r>
                        <a:rPr lang="en-US" sz="2200" i="1" dirty="0">
                          <a:latin typeface="Arial" panose="020B0604020202020204" pitchFamily="34" charset="0"/>
                          <a:cs typeface="Arial" panose="020B0604020202020204" pitchFamily="34" charset="0"/>
                        </a:rPr>
                        <a:t>scripts/01_cleaning.R </a:t>
                      </a:r>
                      <a:r>
                        <a:rPr lang="en-US" sz="2200" dirty="0">
                          <a:latin typeface="Arial" panose="020B0604020202020204" pitchFamily="34" charset="0"/>
                          <a:cs typeface="Arial" panose="020B0604020202020204" pitchFamily="34" charset="0"/>
                        </a:rPr>
                        <a:t>script.</a:t>
                      </a:r>
                    </a:p>
                  </a:txBody>
                  <a:tcPr anchor="ctr"/>
                </a:tc>
                <a:extLst>
                  <a:ext uri="{0D108BD9-81ED-4DB2-BD59-A6C34878D82A}">
                    <a16:rowId xmlns:a16="http://schemas.microsoft.com/office/drawing/2014/main" val="10004"/>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5: </a:t>
                      </a:r>
                      <a:r>
                        <a:rPr lang="en-US" sz="2200" dirty="0">
                          <a:latin typeface="Arial" panose="020B0604020202020204" pitchFamily="34" charset="0"/>
                          <a:cs typeface="Arial" panose="020B0604020202020204" pitchFamily="34" charset="0"/>
                        </a:rPr>
                        <a:t>Run &amp; verify output</a:t>
                      </a:r>
                    </a:p>
                  </a:txBody>
                  <a:tcPr anchor="ctr"/>
                </a:tc>
                <a:tc>
                  <a:txBody>
                    <a:bodyPr/>
                    <a:lstStyle/>
                    <a:p>
                      <a:pPr algn="l"/>
                      <a:r>
                        <a:rPr lang="en-US" sz="2200" dirty="0">
                          <a:latin typeface="Arial" panose="020B0604020202020204" pitchFamily="34" charset="0"/>
                          <a:cs typeface="Arial" panose="020B0604020202020204" pitchFamily="34" charset="0"/>
                        </a:rPr>
                        <a:t>Run the script and confirm the cleaned CSV has three columns — week, location, value — and produces the epicurve.</a:t>
                      </a:r>
                    </a:p>
                  </a:txBody>
                  <a:tcPr anchor="ctr"/>
                </a:tc>
                <a:extLst>
                  <a:ext uri="{0D108BD9-81ED-4DB2-BD59-A6C34878D82A}">
                    <a16:rowId xmlns:a16="http://schemas.microsoft.com/office/drawing/2014/main" val="10005"/>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75738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405408"/>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activity (see previous slide), you should produce your own </a:t>
            </a:r>
            <a:r>
              <a:rPr lang="en-US" sz="2500" b="1" dirty="0">
                <a:solidFill>
                  <a:schemeClr val="accent2"/>
                </a:solidFill>
                <a:latin typeface="Arial" panose="020B0604020202020204" pitchFamily="34" charset="0"/>
                <a:cs typeface="Arial" panose="020B0604020202020204" pitchFamily="34" charset="0"/>
              </a:rPr>
              <a:t>cleaned dataset</a:t>
            </a:r>
            <a:r>
              <a:rPr lang="en-US" sz="2500" dirty="0">
                <a:latin typeface="Arial" panose="020B0604020202020204" pitchFamily="34" charset="0"/>
                <a:cs typeface="Arial" panose="020B0604020202020204" pitchFamily="34" charset="0"/>
              </a:rPr>
              <a:t> and an </a:t>
            </a:r>
            <a:r>
              <a:rPr lang="en-US" sz="2500" b="1" dirty="0">
                <a:solidFill>
                  <a:schemeClr val="accent2"/>
                </a:solidFill>
                <a:latin typeface="Arial" panose="020B0604020202020204" pitchFamily="34" charset="0"/>
                <a:cs typeface="Arial" panose="020B0604020202020204" pitchFamily="34" charset="0"/>
              </a:rPr>
              <a:t>epicurve</a:t>
            </a:r>
            <a:r>
              <a:rPr lang="en-US" sz="2500" dirty="0">
                <a:latin typeface="Arial" panose="020B0604020202020204" pitchFamily="34" charset="0"/>
                <a:cs typeface="Arial" panose="020B0604020202020204" pitchFamily="34" charset="0"/>
              </a:rPr>
              <a:t> visualization. Guided by your data-cleaning rules, an AI agent turns the raw Weekly HRD Metrics file into a tidy three-column dataset and the epidemic curve that summarizes it.</a:t>
            </a:r>
          </a:p>
        </p:txBody>
      </p:sp>
      <p:graphicFrame>
        <p:nvGraphicFramePr>
          <p:cNvPr id="7" name="Table 6"/>
          <p:cNvGraphicFramePr>
            <a:graphicFrameLocks noGrp="1"/>
          </p:cNvGraphicFramePr>
          <p:nvPr>
            <p:extLst>
              <p:ext uri="{D42A27DB-BD31-4B8C-83A1-F6EECF244321}">
                <p14:modId xmlns:p14="http://schemas.microsoft.com/office/powerpoint/2010/main" val="1566148504"/>
              </p:ext>
            </p:extLst>
          </p:nvPr>
        </p:nvGraphicFramePr>
        <p:xfrm>
          <a:off x="774700" y="3450147"/>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cleaned_flu_admissions.csv</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tidy dataset with three columns — week, location, and value — output by the cleaning script.</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Epicurve</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An epidemic curve plotting the cleaned weekly admissions, summarizing the data visually.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112499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DF703E20-53BC-6FF1-0ECF-F624B8DA98F0}"/>
              </a:ext>
            </a:extLst>
          </p:cNvPr>
          <p:cNvSpPr/>
          <p:nvPr/>
        </p:nvSpPr>
        <p:spPr>
          <a:xfrm>
            <a:off x="6238946" y="5239410"/>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8" name="Rectangle: Rounded Corners 57">
            <a:extLst>
              <a:ext uri="{FF2B5EF4-FFF2-40B4-BE49-F238E27FC236}">
                <a16:creationId xmlns:a16="http://schemas.microsoft.com/office/drawing/2014/main" id="{E21728D9-63E9-D080-5423-C1E6345A9E30}"/>
              </a:ext>
            </a:extLst>
          </p:cNvPr>
          <p:cNvSpPr/>
          <p:nvPr/>
        </p:nvSpPr>
        <p:spPr>
          <a:xfrm>
            <a:off x="6249451" y="370911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7" name="Rectangle: Rounded Corners 56">
            <a:extLst>
              <a:ext uri="{FF2B5EF4-FFF2-40B4-BE49-F238E27FC236}">
                <a16:creationId xmlns:a16="http://schemas.microsoft.com/office/drawing/2014/main" id="{AE818066-42B4-041C-E976-EAD628945E2E}"/>
              </a:ext>
            </a:extLst>
          </p:cNvPr>
          <p:cNvSpPr/>
          <p:nvPr/>
        </p:nvSpPr>
        <p:spPr>
          <a:xfrm>
            <a:off x="6238946" y="2163034"/>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4" name="Rectangle: Rounded Corners 53">
            <a:extLst>
              <a:ext uri="{FF2B5EF4-FFF2-40B4-BE49-F238E27FC236}">
                <a16:creationId xmlns:a16="http://schemas.microsoft.com/office/drawing/2014/main" id="{4159EFA9-734E-4E0E-A050-C782A0846E60}"/>
              </a:ext>
            </a:extLst>
          </p:cNvPr>
          <p:cNvSpPr/>
          <p:nvPr/>
        </p:nvSpPr>
        <p:spPr>
          <a:xfrm>
            <a:off x="399395" y="218615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5" name="Rectangle: Rounded Corners 54">
            <a:extLst>
              <a:ext uri="{FF2B5EF4-FFF2-40B4-BE49-F238E27FC236}">
                <a16:creationId xmlns:a16="http://schemas.microsoft.com/office/drawing/2014/main" id="{F4E4F2C2-B62D-8996-ED03-2E21977D6996}"/>
              </a:ext>
            </a:extLst>
          </p:cNvPr>
          <p:cNvSpPr/>
          <p:nvPr/>
        </p:nvSpPr>
        <p:spPr>
          <a:xfrm>
            <a:off x="399395" y="369964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6" name="Rectangle: Rounded Corners 55">
            <a:extLst>
              <a:ext uri="{FF2B5EF4-FFF2-40B4-BE49-F238E27FC236}">
                <a16:creationId xmlns:a16="http://schemas.microsoft.com/office/drawing/2014/main" id="{D8D51E84-0C39-839C-52A8-A9C660AA3B29}"/>
              </a:ext>
            </a:extLst>
          </p:cNvPr>
          <p:cNvSpPr/>
          <p:nvPr/>
        </p:nvSpPr>
        <p:spPr>
          <a:xfrm>
            <a:off x="399395" y="5239413"/>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2" name="Text 0"/>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Data Cleaning: The Rules</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305383"/>
            <a:ext cx="10363200" cy="487680"/>
          </a:xfrm>
          <a:prstGeom prst="rect">
            <a:avLst/>
          </a:prstGeom>
          <a:noFill/>
          <a:ln/>
        </p:spPr>
        <p:txBody>
          <a:bodyPr wrap="square" lIns="0" tIns="0" rIns="0" bIns="0" rtlCol="0" anchor="ctr"/>
          <a:lstStyle/>
          <a:p>
            <a:pPr algn="ctr" defTabSz="1219170"/>
            <a:r>
              <a:rPr lang="en-US" sz="2200" dirty="0">
                <a:solidFill>
                  <a:srgbClr val="334155"/>
                </a:solidFill>
                <a:latin typeface="Arial" panose="020B0604020202020204" pitchFamily="34" charset="0"/>
                <a:ea typeface="Calibri" pitchFamily="34" charset="-122"/>
                <a:cs typeface="Arial" panose="020B0604020202020204" pitchFamily="34" charset="0"/>
              </a:rPr>
              <a:t>These rules are provided in the </a:t>
            </a:r>
            <a:r>
              <a:rPr lang="en-US" sz="2200" b="1" dirty="0">
                <a:solidFill>
                  <a:srgbClr val="334155"/>
                </a:solidFill>
                <a:latin typeface="Arial" panose="020B0604020202020204" pitchFamily="34" charset="0"/>
                <a:ea typeface="Calibri" pitchFamily="34" charset="-122"/>
                <a:cs typeface="Arial" panose="020B0604020202020204" pitchFamily="34" charset="0"/>
              </a:rPr>
              <a:t>rules.md</a:t>
            </a:r>
            <a:r>
              <a:rPr lang="en-US" sz="2200" dirty="0">
                <a:solidFill>
                  <a:srgbClr val="334155"/>
                </a:solidFill>
                <a:latin typeface="Arial" panose="020B0604020202020204" pitchFamily="34" charset="0"/>
                <a:ea typeface="Calibri" pitchFamily="34" charset="-122"/>
                <a:cs typeface="Arial" panose="020B0604020202020204" pitchFamily="34" charset="0"/>
              </a:rPr>
              <a:t> file. Your agent will follow them to generate </a:t>
            </a:r>
            <a:r>
              <a:rPr lang="en-US" sz="2200" b="1" dirty="0">
                <a:solidFill>
                  <a:srgbClr val="334155"/>
                </a:solidFill>
                <a:latin typeface="Arial" panose="020B0604020202020204" pitchFamily="34" charset="0"/>
                <a:ea typeface="Calibri" pitchFamily="34" charset="-122"/>
                <a:cs typeface="Arial" panose="020B0604020202020204" pitchFamily="34" charset="0"/>
              </a:rPr>
              <a:t>01_cleaning.R.</a:t>
            </a:r>
            <a:endParaRPr lang="en-US" sz="2200" b="1" dirty="0">
              <a:solidFill>
                <a:prstClr val="black"/>
              </a:solidFill>
              <a:latin typeface="Arial" panose="020B0604020202020204" pitchFamily="34" charset="0"/>
              <a:cs typeface="Arial" panose="020B0604020202020204" pitchFamily="34" charset="0"/>
            </a:endParaRPr>
          </a:p>
        </p:txBody>
      </p:sp>
      <p:sp>
        <p:nvSpPr>
          <p:cNvPr id="30" name="Shape 2">
            <a:extLst>
              <a:ext uri="{FF2B5EF4-FFF2-40B4-BE49-F238E27FC236}">
                <a16:creationId xmlns:a16="http://schemas.microsoft.com/office/drawing/2014/main" id="{766B9B3D-540A-F916-3ED6-CC73478D77A4}"/>
              </a:ext>
            </a:extLst>
          </p:cNvPr>
          <p:cNvSpPr/>
          <p:nvPr/>
        </p:nvSpPr>
        <p:spPr>
          <a:xfrm>
            <a:off x="61871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1" name="Text 3">
            <a:extLst>
              <a:ext uri="{FF2B5EF4-FFF2-40B4-BE49-F238E27FC236}">
                <a16:creationId xmlns:a16="http://schemas.microsoft.com/office/drawing/2014/main" id="{8C277FC5-C822-B3CE-E1DA-8FDCF2402478}"/>
              </a:ext>
            </a:extLst>
          </p:cNvPr>
          <p:cNvSpPr/>
          <p:nvPr/>
        </p:nvSpPr>
        <p:spPr>
          <a:xfrm>
            <a:off x="61871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1</a:t>
            </a:r>
            <a:endParaRPr lang="en-US" sz="1700" dirty="0">
              <a:solidFill>
                <a:prstClr val="black"/>
              </a:solidFill>
              <a:latin typeface="Calibri" panose="020F0502020204030204"/>
            </a:endParaRPr>
          </a:p>
        </p:txBody>
      </p:sp>
      <p:sp>
        <p:nvSpPr>
          <p:cNvPr id="32" name="Text 4">
            <a:extLst>
              <a:ext uri="{FF2B5EF4-FFF2-40B4-BE49-F238E27FC236}">
                <a16:creationId xmlns:a16="http://schemas.microsoft.com/office/drawing/2014/main" id="{97C04A63-A93A-CD73-04A0-135DC454E535}"/>
              </a:ext>
            </a:extLst>
          </p:cNvPr>
          <p:cNvSpPr/>
          <p:nvPr/>
        </p:nvSpPr>
        <p:spPr>
          <a:xfrm>
            <a:off x="1126711"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Load the data</a:t>
            </a:r>
            <a:endParaRPr lang="en-US" sz="1700" dirty="0">
              <a:solidFill>
                <a:prstClr val="black"/>
              </a:solidFill>
              <a:latin typeface="Arial" panose="020B0604020202020204" pitchFamily="34" charset="0"/>
              <a:cs typeface="Arial" panose="020B0604020202020204" pitchFamily="34" charset="0"/>
            </a:endParaRPr>
          </a:p>
        </p:txBody>
      </p:sp>
      <p:sp>
        <p:nvSpPr>
          <p:cNvPr id="33" name="Text 5">
            <a:extLst>
              <a:ext uri="{FF2B5EF4-FFF2-40B4-BE49-F238E27FC236}">
                <a16:creationId xmlns:a16="http://schemas.microsoft.com/office/drawing/2014/main" id="{28CF86E1-E08C-D421-C3D6-DAC7879757F7}"/>
              </a:ext>
            </a:extLst>
          </p:cNvPr>
          <p:cNvSpPr/>
          <p:nvPr/>
        </p:nvSpPr>
        <p:spPr>
          <a:xfrm>
            <a:off x="1126711" y="2713773"/>
            <a:ext cx="426720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Read the </a:t>
            </a:r>
            <a:r>
              <a:rPr lang="en-US" sz="1700" i="1" dirty="0">
                <a:solidFill>
                  <a:srgbClr val="334155"/>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1700" dirty="0">
                <a:solidFill>
                  <a:srgbClr val="334155"/>
                </a:solidFill>
                <a:latin typeface="Arial" panose="020B0604020202020204" pitchFamily="34" charset="0"/>
                <a:ea typeface="Calibri" pitchFamily="34" charset="-122"/>
                <a:cs typeface="Arial" panose="020B0604020202020204" pitchFamily="34" charset="0"/>
              </a:rPr>
              <a:t> from the data/ folder using readr.</a:t>
            </a:r>
            <a:endParaRPr lang="en-US" sz="1700" dirty="0">
              <a:solidFill>
                <a:prstClr val="black"/>
              </a:solidFill>
              <a:latin typeface="Arial" panose="020B0604020202020204" pitchFamily="34" charset="0"/>
              <a:cs typeface="Arial" panose="020B0604020202020204" pitchFamily="34" charset="0"/>
            </a:endParaRPr>
          </a:p>
        </p:txBody>
      </p:sp>
      <p:sp>
        <p:nvSpPr>
          <p:cNvPr id="34" name="Shape 6">
            <a:extLst>
              <a:ext uri="{FF2B5EF4-FFF2-40B4-BE49-F238E27FC236}">
                <a16:creationId xmlns:a16="http://schemas.microsoft.com/office/drawing/2014/main" id="{5780BAFF-6D6C-3FE5-DFB5-20F98DEA1C4C}"/>
              </a:ext>
            </a:extLst>
          </p:cNvPr>
          <p:cNvSpPr/>
          <p:nvPr/>
        </p:nvSpPr>
        <p:spPr>
          <a:xfrm>
            <a:off x="645826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5" name="Text 7">
            <a:extLst>
              <a:ext uri="{FF2B5EF4-FFF2-40B4-BE49-F238E27FC236}">
                <a16:creationId xmlns:a16="http://schemas.microsoft.com/office/drawing/2014/main" id="{2E695CB8-3A1B-A5D3-1004-94E84B3A4748}"/>
              </a:ext>
            </a:extLst>
          </p:cNvPr>
          <p:cNvSpPr/>
          <p:nvPr/>
        </p:nvSpPr>
        <p:spPr>
          <a:xfrm>
            <a:off x="645826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2</a:t>
            </a:r>
            <a:endParaRPr lang="en-US" sz="1700" dirty="0">
              <a:solidFill>
                <a:prstClr val="black"/>
              </a:solidFill>
              <a:latin typeface="Calibri" panose="020F0502020204030204"/>
            </a:endParaRPr>
          </a:p>
        </p:txBody>
      </p:sp>
      <p:sp>
        <p:nvSpPr>
          <p:cNvPr id="36" name="Text 8">
            <a:extLst>
              <a:ext uri="{FF2B5EF4-FFF2-40B4-BE49-F238E27FC236}">
                <a16:creationId xmlns:a16="http://schemas.microsoft.com/office/drawing/2014/main" id="{7A52337C-FE99-813B-A4A5-1FB3E865C6CD}"/>
              </a:ext>
            </a:extLst>
          </p:cNvPr>
          <p:cNvSpPr/>
          <p:nvPr/>
        </p:nvSpPr>
        <p:spPr>
          <a:xfrm>
            <a:off x="6966260"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Filter to US only</a:t>
            </a:r>
            <a:endParaRPr lang="en-US" sz="1700" dirty="0">
              <a:solidFill>
                <a:prstClr val="black"/>
              </a:solidFill>
              <a:latin typeface="Arial" panose="020B0604020202020204" pitchFamily="34" charset="0"/>
              <a:cs typeface="Arial" panose="020B0604020202020204" pitchFamily="34" charset="0"/>
            </a:endParaRPr>
          </a:p>
        </p:txBody>
      </p:sp>
      <p:sp>
        <p:nvSpPr>
          <p:cNvPr id="37" name="Text 9">
            <a:extLst>
              <a:ext uri="{FF2B5EF4-FFF2-40B4-BE49-F238E27FC236}">
                <a16:creationId xmlns:a16="http://schemas.microsoft.com/office/drawing/2014/main" id="{66CD84BC-0141-FCB2-975D-DBBA57040070}"/>
              </a:ext>
            </a:extLst>
          </p:cNvPr>
          <p:cNvSpPr/>
          <p:nvPr/>
        </p:nvSpPr>
        <p:spPr>
          <a:xfrm>
            <a:off x="6966260" y="271377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Column: 'Geographic aggregation' → keep rows where value is "USA".</a:t>
            </a:r>
            <a:endParaRPr lang="en-US" sz="1700" dirty="0">
              <a:solidFill>
                <a:prstClr val="black"/>
              </a:solidFill>
              <a:latin typeface="Arial" panose="020B0604020202020204" pitchFamily="34" charset="0"/>
              <a:cs typeface="Arial" panose="020B0604020202020204" pitchFamily="34" charset="0"/>
            </a:endParaRPr>
          </a:p>
        </p:txBody>
      </p:sp>
      <p:sp>
        <p:nvSpPr>
          <p:cNvPr id="38" name="Shape 10">
            <a:extLst>
              <a:ext uri="{FF2B5EF4-FFF2-40B4-BE49-F238E27FC236}">
                <a16:creationId xmlns:a16="http://schemas.microsoft.com/office/drawing/2014/main" id="{63767C7F-4C42-88C0-E178-132D80506C59}"/>
              </a:ext>
            </a:extLst>
          </p:cNvPr>
          <p:cNvSpPr/>
          <p:nvPr/>
        </p:nvSpPr>
        <p:spPr>
          <a:xfrm>
            <a:off x="61871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9" name="Text 11">
            <a:extLst>
              <a:ext uri="{FF2B5EF4-FFF2-40B4-BE49-F238E27FC236}">
                <a16:creationId xmlns:a16="http://schemas.microsoft.com/office/drawing/2014/main" id="{9C9174C5-5963-7DC6-5E0E-92BB2C7FC0E5}"/>
              </a:ext>
            </a:extLst>
          </p:cNvPr>
          <p:cNvSpPr/>
          <p:nvPr/>
        </p:nvSpPr>
        <p:spPr>
          <a:xfrm>
            <a:off x="61871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3</a:t>
            </a:r>
            <a:endParaRPr lang="en-US" sz="1700" dirty="0">
              <a:solidFill>
                <a:prstClr val="black"/>
              </a:solidFill>
              <a:latin typeface="Calibri" panose="020F0502020204030204"/>
            </a:endParaRPr>
          </a:p>
        </p:txBody>
      </p:sp>
      <p:sp>
        <p:nvSpPr>
          <p:cNvPr id="40" name="Text 12">
            <a:extLst>
              <a:ext uri="{FF2B5EF4-FFF2-40B4-BE49-F238E27FC236}">
                <a16:creationId xmlns:a16="http://schemas.microsoft.com/office/drawing/2014/main" id="{2A076537-A7C2-48BE-3E40-C7F2E897F49B}"/>
              </a:ext>
            </a:extLst>
          </p:cNvPr>
          <p:cNvSpPr/>
          <p:nvPr/>
        </p:nvSpPr>
        <p:spPr>
          <a:xfrm>
            <a:off x="1126711"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Select target column</a:t>
            </a:r>
            <a:endParaRPr lang="en-US" sz="1700" dirty="0">
              <a:solidFill>
                <a:prstClr val="black"/>
              </a:solidFill>
              <a:latin typeface="Arial" panose="020B0604020202020204" pitchFamily="34" charset="0"/>
              <a:cs typeface="Arial" panose="020B0604020202020204" pitchFamily="34" charset="0"/>
            </a:endParaRPr>
          </a:p>
        </p:txBody>
      </p:sp>
      <p:sp>
        <p:nvSpPr>
          <p:cNvPr id="41" name="Text 13">
            <a:extLst>
              <a:ext uri="{FF2B5EF4-FFF2-40B4-BE49-F238E27FC236}">
                <a16:creationId xmlns:a16="http://schemas.microsoft.com/office/drawing/2014/main" id="{6AA31603-3D24-BB70-7A5B-4B72C2CAEE80}"/>
              </a:ext>
            </a:extLst>
          </p:cNvPr>
          <p:cNvSpPr/>
          <p:nvPr/>
        </p:nvSpPr>
        <p:spPr>
          <a:xfrm>
            <a:off x="1126711" y="424828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Keep only the `Total Influenza Admissions` column. Drop all other columns, including those for RSV and COVID-19.</a:t>
            </a:r>
            <a:endParaRPr lang="en-US" sz="1700" dirty="0">
              <a:solidFill>
                <a:prstClr val="black"/>
              </a:solidFill>
              <a:latin typeface="Arial" panose="020B0604020202020204" pitchFamily="34" charset="0"/>
              <a:cs typeface="Arial" panose="020B0604020202020204" pitchFamily="34" charset="0"/>
            </a:endParaRPr>
          </a:p>
        </p:txBody>
      </p:sp>
      <p:sp>
        <p:nvSpPr>
          <p:cNvPr id="42" name="Shape 14">
            <a:extLst>
              <a:ext uri="{FF2B5EF4-FFF2-40B4-BE49-F238E27FC236}">
                <a16:creationId xmlns:a16="http://schemas.microsoft.com/office/drawing/2014/main" id="{097E363A-9A4B-0E7B-C550-0550BDE18BAE}"/>
              </a:ext>
            </a:extLst>
          </p:cNvPr>
          <p:cNvSpPr/>
          <p:nvPr/>
        </p:nvSpPr>
        <p:spPr>
          <a:xfrm>
            <a:off x="645826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3" name="Text 15">
            <a:extLst>
              <a:ext uri="{FF2B5EF4-FFF2-40B4-BE49-F238E27FC236}">
                <a16:creationId xmlns:a16="http://schemas.microsoft.com/office/drawing/2014/main" id="{ABCB3DCD-3DAA-3B0C-0C88-4EB93C1D627D}"/>
              </a:ext>
            </a:extLst>
          </p:cNvPr>
          <p:cNvSpPr/>
          <p:nvPr/>
        </p:nvSpPr>
        <p:spPr>
          <a:xfrm>
            <a:off x="645826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4</a:t>
            </a:r>
            <a:endParaRPr lang="en-US" sz="1700" dirty="0">
              <a:solidFill>
                <a:prstClr val="black"/>
              </a:solidFill>
              <a:latin typeface="Calibri" panose="020F0502020204030204"/>
            </a:endParaRPr>
          </a:p>
        </p:txBody>
      </p:sp>
      <p:sp>
        <p:nvSpPr>
          <p:cNvPr id="44" name="Text 16">
            <a:extLst>
              <a:ext uri="{FF2B5EF4-FFF2-40B4-BE49-F238E27FC236}">
                <a16:creationId xmlns:a16="http://schemas.microsoft.com/office/drawing/2014/main" id="{B61F5979-6DA4-A4AB-B2DF-72B797A21A0E}"/>
              </a:ext>
            </a:extLst>
          </p:cNvPr>
          <p:cNvSpPr/>
          <p:nvPr/>
        </p:nvSpPr>
        <p:spPr>
          <a:xfrm>
            <a:off x="6966260"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Reshape to 3 cols</a:t>
            </a:r>
            <a:endParaRPr lang="en-US" sz="1700" dirty="0">
              <a:solidFill>
                <a:prstClr val="black"/>
              </a:solidFill>
              <a:latin typeface="Arial" panose="020B0604020202020204" pitchFamily="34" charset="0"/>
              <a:cs typeface="Arial" panose="020B0604020202020204" pitchFamily="34" charset="0"/>
            </a:endParaRPr>
          </a:p>
        </p:txBody>
      </p:sp>
      <p:sp>
        <p:nvSpPr>
          <p:cNvPr id="45" name="Text 17">
            <a:extLst>
              <a:ext uri="{FF2B5EF4-FFF2-40B4-BE49-F238E27FC236}">
                <a16:creationId xmlns:a16="http://schemas.microsoft.com/office/drawing/2014/main" id="{EAFCC128-47C9-DF20-CC45-3E2163D2CD9F}"/>
              </a:ext>
            </a:extLst>
          </p:cNvPr>
          <p:cNvSpPr/>
          <p:nvPr/>
        </p:nvSpPr>
        <p:spPr>
          <a:xfrm>
            <a:off x="6966260" y="4262996"/>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Rename and restructure the data to: week, location ("US"), value.</a:t>
            </a:r>
            <a:endParaRPr lang="en-US" sz="1700" dirty="0">
              <a:solidFill>
                <a:prstClr val="black"/>
              </a:solidFill>
              <a:latin typeface="Arial" panose="020B0604020202020204" pitchFamily="34" charset="0"/>
              <a:cs typeface="Arial" panose="020B0604020202020204" pitchFamily="34" charset="0"/>
            </a:endParaRPr>
          </a:p>
        </p:txBody>
      </p:sp>
      <p:sp>
        <p:nvSpPr>
          <p:cNvPr id="46" name="Shape 18">
            <a:extLst>
              <a:ext uri="{FF2B5EF4-FFF2-40B4-BE49-F238E27FC236}">
                <a16:creationId xmlns:a16="http://schemas.microsoft.com/office/drawing/2014/main" id="{4A5A1607-FFF6-530D-D63F-6595DE536723}"/>
              </a:ext>
            </a:extLst>
          </p:cNvPr>
          <p:cNvSpPr/>
          <p:nvPr/>
        </p:nvSpPr>
        <p:spPr>
          <a:xfrm>
            <a:off x="61871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7" name="Text 19">
            <a:extLst>
              <a:ext uri="{FF2B5EF4-FFF2-40B4-BE49-F238E27FC236}">
                <a16:creationId xmlns:a16="http://schemas.microsoft.com/office/drawing/2014/main" id="{26C5C571-55C4-AC16-70AF-A14E4E267ECA}"/>
              </a:ext>
            </a:extLst>
          </p:cNvPr>
          <p:cNvSpPr/>
          <p:nvPr/>
        </p:nvSpPr>
        <p:spPr>
          <a:xfrm>
            <a:off x="618710" y="5353050"/>
            <a:ext cx="426720" cy="426720"/>
          </a:xfrm>
          <a:prstGeom prst="roundRect">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5</a:t>
            </a:r>
            <a:endParaRPr lang="en-US" sz="1700" dirty="0">
              <a:solidFill>
                <a:prstClr val="black"/>
              </a:solidFill>
              <a:latin typeface="Calibri" panose="020F0502020204030204"/>
            </a:endParaRPr>
          </a:p>
        </p:txBody>
      </p:sp>
      <p:sp>
        <p:nvSpPr>
          <p:cNvPr id="48" name="Text 20">
            <a:extLst>
              <a:ext uri="{FF2B5EF4-FFF2-40B4-BE49-F238E27FC236}">
                <a16:creationId xmlns:a16="http://schemas.microsoft.com/office/drawing/2014/main" id="{73AD04A0-8B39-C652-FF97-BA9E600F89A5}"/>
              </a:ext>
            </a:extLst>
          </p:cNvPr>
          <p:cNvSpPr/>
          <p:nvPr/>
        </p:nvSpPr>
        <p:spPr>
          <a:xfrm>
            <a:off x="1126711"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Format dates</a:t>
            </a:r>
            <a:endParaRPr lang="en-US" sz="1700" dirty="0">
              <a:solidFill>
                <a:prstClr val="black"/>
              </a:solidFill>
              <a:latin typeface="Arial" panose="020B0604020202020204" pitchFamily="34" charset="0"/>
              <a:cs typeface="Arial" panose="020B0604020202020204" pitchFamily="34" charset="0"/>
            </a:endParaRPr>
          </a:p>
        </p:txBody>
      </p:sp>
      <p:sp>
        <p:nvSpPr>
          <p:cNvPr id="49" name="Text 21">
            <a:extLst>
              <a:ext uri="{FF2B5EF4-FFF2-40B4-BE49-F238E27FC236}">
                <a16:creationId xmlns:a16="http://schemas.microsoft.com/office/drawing/2014/main" id="{F34EDF3A-378E-55DF-137C-A4F99C46F4CF}"/>
              </a:ext>
            </a:extLst>
          </p:cNvPr>
          <p:cNvSpPr/>
          <p:nvPr/>
        </p:nvSpPr>
        <p:spPr>
          <a:xfrm>
            <a:off x="1126711" y="572393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Convert week ending date to R Date object. Sort ascending.</a:t>
            </a:r>
            <a:endParaRPr lang="en-US" sz="1700" dirty="0">
              <a:solidFill>
                <a:prstClr val="black"/>
              </a:solidFill>
              <a:latin typeface="Arial" panose="020B0604020202020204" pitchFamily="34" charset="0"/>
              <a:cs typeface="Arial" panose="020B0604020202020204" pitchFamily="34" charset="0"/>
            </a:endParaRPr>
          </a:p>
        </p:txBody>
      </p:sp>
      <p:sp>
        <p:nvSpPr>
          <p:cNvPr id="50" name="Shape 22">
            <a:extLst>
              <a:ext uri="{FF2B5EF4-FFF2-40B4-BE49-F238E27FC236}">
                <a16:creationId xmlns:a16="http://schemas.microsoft.com/office/drawing/2014/main" id="{B484E23B-F0DA-0576-1B3E-86BA289BD01D}"/>
              </a:ext>
            </a:extLst>
          </p:cNvPr>
          <p:cNvSpPr/>
          <p:nvPr/>
        </p:nvSpPr>
        <p:spPr>
          <a:xfrm>
            <a:off x="645826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51" name="Text 23">
            <a:extLst>
              <a:ext uri="{FF2B5EF4-FFF2-40B4-BE49-F238E27FC236}">
                <a16:creationId xmlns:a16="http://schemas.microsoft.com/office/drawing/2014/main" id="{168A532D-AF7D-C4E5-E01F-93AA4ADECD8A}"/>
              </a:ext>
            </a:extLst>
          </p:cNvPr>
          <p:cNvSpPr/>
          <p:nvPr/>
        </p:nvSpPr>
        <p:spPr>
          <a:xfrm>
            <a:off x="6458260" y="535305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6</a:t>
            </a:r>
            <a:endParaRPr lang="en-US" sz="1700" dirty="0">
              <a:solidFill>
                <a:prstClr val="black"/>
              </a:solidFill>
              <a:latin typeface="Calibri" panose="020F0502020204030204"/>
            </a:endParaRPr>
          </a:p>
        </p:txBody>
      </p:sp>
      <p:sp>
        <p:nvSpPr>
          <p:cNvPr id="52" name="Text 24">
            <a:extLst>
              <a:ext uri="{FF2B5EF4-FFF2-40B4-BE49-F238E27FC236}">
                <a16:creationId xmlns:a16="http://schemas.microsoft.com/office/drawing/2014/main" id="{19026C34-9F89-D816-7B27-E69A5724D828}"/>
              </a:ext>
            </a:extLst>
          </p:cNvPr>
          <p:cNvSpPr/>
          <p:nvPr/>
        </p:nvSpPr>
        <p:spPr>
          <a:xfrm>
            <a:off x="6966260"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Trebuchet MS" pitchFamily="34" charset="0"/>
                <a:ea typeface="Trebuchet MS" pitchFamily="34" charset="-122"/>
                <a:cs typeface="Trebuchet MS" pitchFamily="34" charset="-120"/>
              </a:rPr>
              <a:t>Save output</a:t>
            </a:r>
            <a:endParaRPr lang="en-US" sz="1700" dirty="0">
              <a:solidFill>
                <a:prstClr val="black"/>
              </a:solidFill>
              <a:latin typeface="Calibri" panose="020F0502020204030204"/>
            </a:endParaRPr>
          </a:p>
        </p:txBody>
      </p:sp>
      <p:sp>
        <p:nvSpPr>
          <p:cNvPr id="53" name="Text 25">
            <a:extLst>
              <a:ext uri="{FF2B5EF4-FFF2-40B4-BE49-F238E27FC236}">
                <a16:creationId xmlns:a16="http://schemas.microsoft.com/office/drawing/2014/main" id="{A887FBE7-EB77-046D-6D1E-A1E7CB5C3444}"/>
              </a:ext>
            </a:extLst>
          </p:cNvPr>
          <p:cNvSpPr/>
          <p:nvPr/>
        </p:nvSpPr>
        <p:spPr>
          <a:xfrm>
            <a:off x="6966260" y="5695575"/>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Write </a:t>
            </a:r>
            <a:r>
              <a:rPr lang="en-US" sz="1700" i="1" dirty="0">
                <a:solidFill>
                  <a:srgbClr val="334155"/>
                </a:solidFill>
                <a:latin typeface="Arial" panose="020B0604020202020204" pitchFamily="34" charset="0"/>
                <a:ea typeface="Calibri" pitchFamily="34" charset="-122"/>
                <a:cs typeface="Arial" panose="020B0604020202020204" pitchFamily="34" charset="0"/>
              </a:rPr>
              <a:t>cleaned_flu_admissions.csv</a:t>
            </a:r>
            <a:r>
              <a:rPr lang="en-US" sz="1700" dirty="0">
                <a:solidFill>
                  <a:srgbClr val="334155"/>
                </a:solidFill>
                <a:latin typeface="Arial" panose="020B0604020202020204" pitchFamily="34" charset="0"/>
                <a:ea typeface="Calibri" pitchFamily="34" charset="-122"/>
                <a:cs typeface="Arial" panose="020B0604020202020204" pitchFamily="34" charset="0"/>
              </a:rPr>
              <a:t> and the </a:t>
            </a:r>
            <a:r>
              <a:rPr lang="en-US" sz="1700" dirty="0" err="1">
                <a:solidFill>
                  <a:srgbClr val="334155"/>
                </a:solidFill>
                <a:latin typeface="Arial" panose="020B0604020202020204" pitchFamily="34" charset="0"/>
                <a:ea typeface="Calibri" pitchFamily="34" charset="-122"/>
                <a:cs typeface="Arial" panose="020B0604020202020204" pitchFamily="34" charset="0"/>
              </a:rPr>
              <a:t>epicurve</a:t>
            </a:r>
            <a:r>
              <a:rPr lang="en-US" sz="1700" dirty="0">
                <a:solidFill>
                  <a:srgbClr val="334155"/>
                </a:solidFill>
                <a:latin typeface="Arial" panose="020B0604020202020204" pitchFamily="34" charset="0"/>
                <a:ea typeface="Calibri" pitchFamily="34" charset="-122"/>
                <a:cs typeface="Arial" panose="020B0604020202020204" pitchFamily="34" charset="0"/>
              </a:rPr>
              <a:t> to the appropriate subfolder in output/.</a:t>
            </a:r>
            <a:endParaRPr lang="en-US" sz="17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209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54" grpId="0" animBg="1"/>
      <p:bldP spid="55" grpId="0" animBg="1"/>
      <p:bldP spid="56"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BFF6-2FD9-814F-6E48-567E25D2FB7C}"/>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576852A1-004D-2C10-15BD-D4DD70985C81}"/>
              </a:ext>
            </a:extLst>
          </p:cNvPr>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Reminder: Rules Document vs AI Agent</a:t>
            </a:r>
            <a:endParaRPr lang="en-US" sz="4267" dirty="0">
              <a:solidFill>
                <a:srgbClr val="7030A0"/>
              </a:solidFill>
              <a:latin typeface="Arial" panose="020B0604020202020204" pitchFamily="34" charset="0"/>
              <a:cs typeface="Arial" panose="020B0604020202020204" pitchFamily="34" charset="0"/>
            </a:endParaRPr>
          </a:p>
        </p:txBody>
      </p:sp>
      <p:sp>
        <p:nvSpPr>
          <p:cNvPr id="2" name="Shape 2">
            <a:extLst>
              <a:ext uri="{FF2B5EF4-FFF2-40B4-BE49-F238E27FC236}">
                <a16:creationId xmlns:a16="http://schemas.microsoft.com/office/drawing/2014/main" id="{28935B7C-E126-3BD9-E7FC-CC1EA1AA9128}"/>
              </a:ext>
            </a:extLst>
          </p:cNvPr>
          <p:cNvSpPr/>
          <p:nvPr/>
        </p:nvSpPr>
        <p:spPr>
          <a:xfrm>
            <a:off x="486633" y="1578864"/>
            <a:ext cx="5065776" cy="3917061"/>
          </a:xfrm>
          <a:prstGeom prst="rect">
            <a:avLst/>
          </a:prstGeom>
          <a:solidFill>
            <a:srgbClr val="F0ECF8"/>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4" name="Image 0" descr="preencoded.png">
            <a:extLst>
              <a:ext uri="{FF2B5EF4-FFF2-40B4-BE49-F238E27FC236}">
                <a16:creationId xmlns:a16="http://schemas.microsoft.com/office/drawing/2014/main" id="{73D56736-3687-4868-569E-0826587BC53E}"/>
              </a:ext>
            </a:extLst>
          </p:cNvPr>
          <p:cNvPicPr>
            <a:picLocks noChangeAspect="1"/>
          </p:cNvPicPr>
          <p:nvPr/>
        </p:nvPicPr>
        <p:blipFill>
          <a:blip r:embed="rId3"/>
          <a:stretch>
            <a:fillRect/>
          </a:stretch>
        </p:blipFill>
        <p:spPr>
          <a:xfrm>
            <a:off x="831438" y="2048137"/>
            <a:ext cx="784098" cy="784098"/>
          </a:xfrm>
          <a:prstGeom prst="rect">
            <a:avLst/>
          </a:prstGeom>
        </p:spPr>
      </p:pic>
      <p:sp>
        <p:nvSpPr>
          <p:cNvPr id="9" name="Text 4">
            <a:extLst>
              <a:ext uri="{FF2B5EF4-FFF2-40B4-BE49-F238E27FC236}">
                <a16:creationId xmlns:a16="http://schemas.microsoft.com/office/drawing/2014/main" id="{1442EA21-C1CC-92C6-0395-B4BE578E0954}"/>
              </a:ext>
            </a:extLst>
          </p:cNvPr>
          <p:cNvSpPr/>
          <p:nvPr/>
        </p:nvSpPr>
        <p:spPr>
          <a:xfrm>
            <a:off x="1960341" y="2215135"/>
            <a:ext cx="3120723"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rules.md</a:t>
            </a:r>
            <a:endParaRPr lang="en-US" sz="2500" dirty="0"/>
          </a:p>
        </p:txBody>
      </p:sp>
      <p:sp>
        <p:nvSpPr>
          <p:cNvPr id="15" name="Text 5">
            <a:extLst>
              <a:ext uri="{FF2B5EF4-FFF2-40B4-BE49-F238E27FC236}">
                <a16:creationId xmlns:a16="http://schemas.microsoft.com/office/drawing/2014/main" id="{814D57C0-11D0-6F2B-83D5-3BA10E0A3575}"/>
              </a:ext>
            </a:extLst>
          </p:cNvPr>
          <p:cNvSpPr/>
          <p:nvPr/>
        </p:nvSpPr>
        <p:spPr>
          <a:xfrm>
            <a:off x="891540" y="3095495"/>
            <a:ext cx="4389120" cy="426720"/>
          </a:xfrm>
          <a:prstGeom prst="rect">
            <a:avLst/>
          </a:prstGeom>
          <a:noFill/>
          <a:ln/>
        </p:spPr>
        <p:txBody>
          <a:bodyPr wrap="square" lIns="0" tIns="0" rIns="0" bIns="0" rtlCol="0" anchor="ctr"/>
          <a:lstStyle/>
          <a:p>
            <a:r>
              <a:rPr lang="en-US" sz="2500" b="1" dirty="0">
                <a:solidFill>
                  <a:schemeClr val="accent5"/>
                </a:solidFill>
                <a:latin typeface="Arial" panose="020B0604020202020204" pitchFamily="34" charset="0"/>
                <a:ea typeface="Trebuchet MS" pitchFamily="34" charset="-122"/>
                <a:cs typeface="Arial" panose="020B0604020202020204" pitchFamily="34" charset="0"/>
              </a:rPr>
              <a:t>Written by YOU</a:t>
            </a:r>
            <a:endParaRPr lang="en-US" sz="2500" dirty="0">
              <a:solidFill>
                <a:schemeClr val="accent5"/>
              </a:solidFill>
              <a:latin typeface="Arial" panose="020B0604020202020204" pitchFamily="34" charset="0"/>
              <a:cs typeface="Arial" panose="020B0604020202020204" pitchFamily="34" charset="0"/>
            </a:endParaRPr>
          </a:p>
        </p:txBody>
      </p:sp>
      <p:sp>
        <p:nvSpPr>
          <p:cNvPr id="17" name="Text 6">
            <a:extLst>
              <a:ext uri="{FF2B5EF4-FFF2-40B4-BE49-F238E27FC236}">
                <a16:creationId xmlns:a16="http://schemas.microsoft.com/office/drawing/2014/main" id="{DE160C1B-6F30-74FC-B1D5-994C895E0724}"/>
              </a:ext>
            </a:extLst>
          </p:cNvPr>
          <p:cNvSpPr/>
          <p:nvPr/>
        </p:nvSpPr>
        <p:spPr>
          <a:xfrm>
            <a:off x="891540" y="3568608"/>
            <a:ext cx="4389120" cy="1794569"/>
          </a:xfrm>
          <a:prstGeom prst="rect">
            <a:avLst/>
          </a:prstGeom>
          <a:noFill/>
          <a:ln/>
        </p:spPr>
        <p:txBody>
          <a:bodyPr wrap="square" lIns="0" tIns="0" rIns="0" bIns="0" rtlCol="0" anchor="ctr"/>
          <a:lstStyle/>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Human-readable specifications</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WHAT the pipeline should do</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You edit this to improve results</a:t>
            </a:r>
          </a:p>
        </p:txBody>
      </p:sp>
      <p:sp>
        <p:nvSpPr>
          <p:cNvPr id="20" name="Text 8">
            <a:extLst>
              <a:ext uri="{FF2B5EF4-FFF2-40B4-BE49-F238E27FC236}">
                <a16:creationId xmlns:a16="http://schemas.microsoft.com/office/drawing/2014/main" id="{37A8D232-AAD6-8472-C518-A56F611C69BD}"/>
              </a:ext>
            </a:extLst>
          </p:cNvPr>
          <p:cNvSpPr/>
          <p:nvPr/>
        </p:nvSpPr>
        <p:spPr>
          <a:xfrm>
            <a:off x="5513451" y="2790695"/>
            <a:ext cx="1097280" cy="609600"/>
          </a:xfrm>
          <a:prstGeom prst="rect">
            <a:avLst/>
          </a:prstGeom>
          <a:noFill/>
          <a:ln/>
        </p:spPr>
        <p:txBody>
          <a:bodyPr wrap="square" lIns="0" tIns="0" rIns="0" bIns="0" rtlCol="0" anchor="ctr"/>
          <a:lstStyle/>
          <a:p>
            <a:pPr algn="ctr"/>
            <a:r>
              <a:rPr lang="en-US" dirty="0">
                <a:solidFill>
                  <a:srgbClr val="64748B"/>
                </a:solidFill>
                <a:latin typeface="Calibri" pitchFamily="34" charset="0"/>
                <a:ea typeface="Calibri" pitchFamily="34" charset="-122"/>
                <a:cs typeface="Calibri" pitchFamily="34" charset="-120"/>
              </a:rPr>
              <a:t>AI</a:t>
            </a:r>
            <a:endParaRPr lang="en-US" dirty="0"/>
          </a:p>
          <a:p>
            <a:pPr algn="ctr"/>
            <a:r>
              <a:rPr lang="en-US" dirty="0">
                <a:solidFill>
                  <a:srgbClr val="64748B"/>
                </a:solidFill>
                <a:latin typeface="Calibri" pitchFamily="34" charset="0"/>
                <a:ea typeface="Calibri" pitchFamily="34" charset="-122"/>
                <a:cs typeface="Calibri" pitchFamily="34" charset="-120"/>
              </a:rPr>
              <a:t>generates</a:t>
            </a:r>
            <a:endParaRPr lang="en-US" dirty="0"/>
          </a:p>
        </p:txBody>
      </p:sp>
      <p:sp>
        <p:nvSpPr>
          <p:cNvPr id="21" name="Shape 9">
            <a:extLst>
              <a:ext uri="{FF2B5EF4-FFF2-40B4-BE49-F238E27FC236}">
                <a16:creationId xmlns:a16="http://schemas.microsoft.com/office/drawing/2014/main" id="{CF4F1842-A582-64C2-989A-06F90B83B191}"/>
              </a:ext>
            </a:extLst>
          </p:cNvPr>
          <p:cNvSpPr/>
          <p:nvPr/>
        </p:nvSpPr>
        <p:spPr>
          <a:xfrm>
            <a:off x="6634257" y="1601462"/>
            <a:ext cx="5067300" cy="3917061"/>
          </a:xfrm>
          <a:prstGeom prst="rect">
            <a:avLst/>
          </a:prstGeom>
          <a:solidFill>
            <a:srgbClr val="FEF2F2"/>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25" name="Image 1" descr="preencoded.png">
            <a:extLst>
              <a:ext uri="{FF2B5EF4-FFF2-40B4-BE49-F238E27FC236}">
                <a16:creationId xmlns:a16="http://schemas.microsoft.com/office/drawing/2014/main" id="{79869AAC-6780-5A37-8E4A-21D1B7EBF2BC}"/>
              </a:ext>
            </a:extLst>
          </p:cNvPr>
          <p:cNvPicPr>
            <a:picLocks noChangeAspect="1"/>
          </p:cNvPicPr>
          <p:nvPr/>
        </p:nvPicPr>
        <p:blipFill>
          <a:blip r:embed="rId4"/>
          <a:stretch>
            <a:fillRect/>
          </a:stretch>
        </p:blipFill>
        <p:spPr>
          <a:xfrm>
            <a:off x="7058310" y="2021717"/>
            <a:ext cx="786384" cy="786384"/>
          </a:xfrm>
          <a:prstGeom prst="rect">
            <a:avLst/>
          </a:prstGeom>
        </p:spPr>
      </p:pic>
      <p:sp>
        <p:nvSpPr>
          <p:cNvPr id="26" name="Text 11">
            <a:extLst>
              <a:ext uri="{FF2B5EF4-FFF2-40B4-BE49-F238E27FC236}">
                <a16:creationId xmlns:a16="http://schemas.microsoft.com/office/drawing/2014/main" id="{1D703DE6-E559-FB71-ECF0-46521600A1E8}"/>
              </a:ext>
            </a:extLst>
          </p:cNvPr>
          <p:cNvSpPr/>
          <p:nvPr/>
        </p:nvSpPr>
        <p:spPr>
          <a:xfrm>
            <a:off x="8297322" y="2215135"/>
            <a:ext cx="1684020"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agents.md</a:t>
            </a:r>
            <a:endParaRPr lang="en-US" sz="2500" dirty="0"/>
          </a:p>
        </p:txBody>
      </p:sp>
      <p:sp>
        <p:nvSpPr>
          <p:cNvPr id="27" name="Text 12">
            <a:extLst>
              <a:ext uri="{FF2B5EF4-FFF2-40B4-BE49-F238E27FC236}">
                <a16:creationId xmlns:a16="http://schemas.microsoft.com/office/drawing/2014/main" id="{2B7447B5-7C1B-B6DA-CF7D-72B560253E33}"/>
              </a:ext>
            </a:extLst>
          </p:cNvPr>
          <p:cNvSpPr/>
          <p:nvPr/>
        </p:nvSpPr>
        <p:spPr>
          <a:xfrm>
            <a:off x="7053834" y="3036701"/>
            <a:ext cx="4389120" cy="426720"/>
          </a:xfrm>
          <a:prstGeom prst="rect">
            <a:avLst/>
          </a:prstGeom>
          <a:noFill/>
          <a:ln/>
        </p:spPr>
        <p:txBody>
          <a:bodyPr wrap="square" lIns="0" tIns="0" rIns="0" bIns="0" rtlCol="0" anchor="ctr"/>
          <a:lstStyle/>
          <a:p>
            <a:r>
              <a:rPr lang="en-US" sz="2500" b="1" dirty="0">
                <a:solidFill>
                  <a:srgbClr val="EF4444"/>
                </a:solidFill>
                <a:latin typeface="Arial" panose="020B0604020202020204" pitchFamily="34" charset="0"/>
                <a:ea typeface="Trebuchet MS" pitchFamily="34" charset="-122"/>
                <a:cs typeface="Arial" panose="020B0604020202020204" pitchFamily="34" charset="0"/>
              </a:rPr>
              <a:t>Generated by AI</a:t>
            </a:r>
            <a:endParaRPr lang="en-US" sz="2500" dirty="0">
              <a:latin typeface="Arial" panose="020B0604020202020204" pitchFamily="34" charset="0"/>
              <a:cs typeface="Arial" panose="020B0604020202020204" pitchFamily="34" charset="0"/>
            </a:endParaRPr>
          </a:p>
        </p:txBody>
      </p:sp>
      <p:sp>
        <p:nvSpPr>
          <p:cNvPr id="28" name="Text 13">
            <a:extLst>
              <a:ext uri="{FF2B5EF4-FFF2-40B4-BE49-F238E27FC236}">
                <a16:creationId xmlns:a16="http://schemas.microsoft.com/office/drawing/2014/main" id="{7EF69E4E-039B-2A2B-7B3C-7156005233D3}"/>
              </a:ext>
            </a:extLst>
          </p:cNvPr>
          <p:cNvSpPr/>
          <p:nvPr/>
        </p:nvSpPr>
        <p:spPr>
          <a:xfrm>
            <a:off x="7053834" y="3783199"/>
            <a:ext cx="4246626" cy="1464945"/>
          </a:xfrm>
          <a:prstGeom prst="rect">
            <a:avLst/>
          </a:prstGeom>
          <a:noFill/>
          <a:ln/>
        </p:spPr>
        <p:txBody>
          <a:bodyPr wrap="square" lIns="0" tIns="0" rIns="0" bIns="0" rtlCol="0" anchor="ctr"/>
          <a:lstStyle/>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AI-readable agent instructions</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HOW to execute the pipeline</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The intermediary between you and code</a:t>
            </a:r>
            <a:endParaRPr lang="en-US" sz="2200" dirty="0">
              <a:latin typeface="Arial" panose="020B0604020202020204" pitchFamily="34" charset="0"/>
              <a:cs typeface="Arial" panose="020B0604020202020204" pitchFamily="34" charset="0"/>
            </a:endParaRPr>
          </a:p>
        </p:txBody>
      </p:sp>
      <p:sp>
        <p:nvSpPr>
          <p:cNvPr id="34" name="Rectangle: Rounded Corners 33">
            <a:extLst>
              <a:ext uri="{FF2B5EF4-FFF2-40B4-BE49-F238E27FC236}">
                <a16:creationId xmlns:a16="http://schemas.microsoft.com/office/drawing/2014/main" id="{8BE36BFA-32E5-5757-4FCB-FB26F4F56F76}"/>
              </a:ext>
            </a:extLst>
          </p:cNvPr>
          <p:cNvSpPr/>
          <p:nvPr/>
        </p:nvSpPr>
        <p:spPr>
          <a:xfrm>
            <a:off x="560070" y="5810377"/>
            <a:ext cx="11071860" cy="732025"/>
          </a:xfrm>
          <a:prstGeom prst="roundRect">
            <a:avLst/>
          </a:prstGeom>
          <a:solidFill>
            <a:schemeClr val="bg1">
              <a:lumMod val="95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5A02E69-64D0-6543-36F3-58DFF1A8F807}"/>
              </a:ext>
            </a:extLst>
          </p:cNvPr>
          <p:cNvSpPr txBox="1"/>
          <p:nvPr/>
        </p:nvSpPr>
        <p:spPr>
          <a:xfrm>
            <a:off x="660941" y="5953125"/>
            <a:ext cx="10870119" cy="477054"/>
          </a:xfrm>
          <a:prstGeom prst="rect">
            <a:avLst/>
          </a:prstGeom>
          <a:noFill/>
        </p:spPr>
        <p:txBody>
          <a:bodyPr wrap="square">
            <a:spAutoFit/>
          </a:bodyPr>
          <a:lstStyle/>
          <a:p>
            <a:pPr algn="ctr" eaLnBrk="0" fontAlgn="base" hangingPunct="0">
              <a:spcBef>
                <a:spcPct val="0"/>
              </a:spcBef>
              <a:spcAft>
                <a:spcPct val="0"/>
              </a:spcAft>
            </a:pPr>
            <a:r>
              <a:rPr kumimoji="0" lang="en-US" altLang="en-US" sz="2500" b="0" i="0" u="none" strike="noStrike" cap="none" normalizeH="0" baseline="0" dirty="0">
                <a:ln>
                  <a:noFill/>
                </a:ln>
                <a:solidFill>
                  <a:schemeClr val="tx1"/>
                </a:solidFill>
                <a:effectLst/>
                <a:latin typeface="Arial" panose="020B0604020202020204" pitchFamily="34" charset="0"/>
              </a:rPr>
              <a:t>At the end of the day, </a:t>
            </a:r>
            <a:r>
              <a:rPr kumimoji="0" lang="en-US" altLang="en-US" sz="2500" b="1" i="0" u="none" strike="noStrike" cap="none" normalizeH="0" baseline="0" dirty="0">
                <a:ln>
                  <a:noFill/>
                </a:ln>
                <a:solidFill>
                  <a:schemeClr val="tx1"/>
                </a:solidFill>
                <a:effectLst/>
                <a:latin typeface="Arial" panose="020B0604020202020204" pitchFamily="34" charset="0"/>
              </a:rPr>
              <a:t>you are still the expert</a:t>
            </a:r>
            <a:r>
              <a:rPr kumimoji="0" lang="en-US" altLang="en-US" sz="2500" b="0" i="0" u="none" strike="noStrike" cap="none" normalizeH="0" baseline="0" dirty="0">
                <a:ln>
                  <a:noFill/>
                </a:ln>
                <a:solidFill>
                  <a:schemeClr val="tx1"/>
                </a:solidFill>
                <a:effectLst/>
                <a:latin typeface="Arial" panose="020B0604020202020204" pitchFamily="34" charset="0"/>
              </a:rPr>
              <a:t> making the decisions. </a:t>
            </a:r>
          </a:p>
        </p:txBody>
      </p:sp>
      <p:cxnSp>
        <p:nvCxnSpPr>
          <p:cNvPr id="33" name="Straight Arrow Connector 32">
            <a:extLst>
              <a:ext uri="{FF2B5EF4-FFF2-40B4-BE49-F238E27FC236}">
                <a16:creationId xmlns:a16="http://schemas.microsoft.com/office/drawing/2014/main" id="{3CBCE20E-17AA-7BF8-D47B-CF28BD791287}"/>
              </a:ext>
            </a:extLst>
          </p:cNvPr>
          <p:cNvCxnSpPr>
            <a:stCxn id="2" idx="3"/>
            <a:endCxn id="21" idx="1"/>
          </p:cNvCxnSpPr>
          <p:nvPr/>
        </p:nvCxnSpPr>
        <p:spPr>
          <a:xfrm>
            <a:off x="5552409" y="3537395"/>
            <a:ext cx="1081848" cy="0"/>
          </a:xfrm>
          <a:prstGeom prst="straightConnector1">
            <a:avLst/>
          </a:prstGeom>
          <a:ln w="57150">
            <a:solidFill>
              <a:srgbClr val="EAEAEA"/>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042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5" grpId="0" animBg="1"/>
      <p:bldP spid="17" grpId="0" animBg="1"/>
      <p:bldP spid="20" grpId="0" animBg="1"/>
      <p:bldP spid="21" grpId="0" animBg="1"/>
      <p:bldP spid="26" grpId="0" animBg="1"/>
      <p:bldP spid="27" grpId="0" animBg="1"/>
      <p:bldP spid="28" grpId="0" animBg="1"/>
      <p:bldP spid="34" grpId="0" animBg="1"/>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E82118-2726-0DEB-9DE0-3D6A17628A8E}"/>
              </a:ext>
            </a:extLst>
          </p:cNvPr>
          <p:cNvPicPr>
            <a:picLocks noChangeAspect="1"/>
          </p:cNvPicPr>
          <p:nvPr/>
        </p:nvPicPr>
        <p:blipFill>
          <a:blip r:embed="rId2"/>
          <a:stretch>
            <a:fillRect/>
          </a:stretch>
        </p:blipFill>
        <p:spPr>
          <a:xfrm>
            <a:off x="232707" y="1311442"/>
            <a:ext cx="11726586" cy="5098516"/>
          </a:xfrm>
          <a:prstGeom prst="rect">
            <a:avLst/>
          </a:prstGeom>
        </p:spPr>
      </p:pic>
      <p:sp>
        <p:nvSpPr>
          <p:cNvPr id="4" name="Text 0">
            <a:extLst>
              <a:ext uri="{FF2B5EF4-FFF2-40B4-BE49-F238E27FC236}">
                <a16:creationId xmlns:a16="http://schemas.microsoft.com/office/drawing/2014/main" id="{35E7A7D5-8BDA-49AD-0858-242B8364D454}"/>
              </a:ext>
            </a:extLst>
          </p:cNvPr>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rules.md </a:t>
            </a:r>
            <a:r>
              <a:rPr lang="en-US" sz="4000" b="1" dirty="0">
                <a:solidFill>
                  <a:srgbClr val="7030A0"/>
                </a:solidFill>
                <a:latin typeface="Arial" panose="020B0604020202020204" pitchFamily="34" charset="0"/>
                <a:cs typeface="Arial" panose="020B0604020202020204" pitchFamily="34" charset="0"/>
              </a:rPr>
              <a:t>Starting Place</a:t>
            </a:r>
            <a:endParaRPr lang="en-US" sz="4000" dirty="0">
              <a:solidFill>
                <a:srgbClr val="7030A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31F4AF8-58E5-1142-92E4-5C4BF9F42DD6}"/>
              </a:ext>
            </a:extLst>
          </p:cNvPr>
          <p:cNvSpPr txBox="1"/>
          <p:nvPr/>
        </p:nvSpPr>
        <p:spPr>
          <a:xfrm>
            <a:off x="6726621" y="2428796"/>
            <a:ext cx="3331779" cy="2862322"/>
          </a:xfrm>
          <a:prstGeom prst="rect">
            <a:avLst/>
          </a:prstGeom>
          <a:solidFill>
            <a:schemeClr val="bg1">
              <a:lumMod val="95000"/>
            </a:schemeClr>
          </a:solidFill>
        </p:spPr>
        <p:txBody>
          <a:bodyPr wrap="square" rtlCol="0">
            <a:spAutoFit/>
          </a:bodyPr>
          <a:lstStyle/>
          <a:p>
            <a:pPr algn="ctr"/>
            <a:r>
              <a:rPr lang="en-US" dirty="0"/>
              <a:t>We </a:t>
            </a:r>
            <a:r>
              <a:rPr lang="en-US" b="1" dirty="0"/>
              <a:t>do not </a:t>
            </a:r>
            <a:r>
              <a:rPr lang="en-US" dirty="0"/>
              <a:t>need to make any changes to the </a:t>
            </a:r>
            <a:r>
              <a:rPr lang="en-US" i="1" dirty="0"/>
              <a:t>rules.md </a:t>
            </a:r>
            <a:r>
              <a:rPr lang="en-US" dirty="0"/>
              <a:t>file for this activity. During future activities, we will be adding our own rules to this document and re-generating the </a:t>
            </a:r>
            <a:r>
              <a:rPr lang="en-US" i="1" dirty="0"/>
              <a:t>agents.md </a:t>
            </a:r>
            <a:r>
              <a:rPr lang="en-US" dirty="0"/>
              <a:t>file. For now, this is included as an example of how to structure the rules document as we build it up. </a:t>
            </a:r>
          </a:p>
        </p:txBody>
      </p:sp>
    </p:spTree>
    <p:extLst>
      <p:ext uri="{BB962C8B-B14F-4D97-AF65-F5344CB8AC3E}">
        <p14:creationId xmlns:p14="http://schemas.microsoft.com/office/powerpoint/2010/main" val="378256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24384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Prompting Your Agent</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280160"/>
            <a:ext cx="10363200" cy="487680"/>
          </a:xfrm>
          <a:prstGeom prst="rect">
            <a:avLst/>
          </a:prstGeom>
          <a:noFill/>
          <a:ln/>
        </p:spPr>
        <p:txBody>
          <a:bodyPr wrap="square" lIns="0" tIns="0" rIns="0" bIns="0" rtlCol="0" anchor="ctr"/>
          <a:lstStyle/>
          <a:p>
            <a:pPr defTabSz="1219170"/>
            <a:r>
              <a:rPr lang="en-US" sz="2000" dirty="0">
                <a:latin typeface="Arial" panose="020B0604020202020204" pitchFamily="34" charset="0"/>
                <a:ea typeface="Calibri" pitchFamily="34" charset="-122"/>
                <a:cs typeface="Arial" panose="020B0604020202020204" pitchFamily="34" charset="0"/>
              </a:rPr>
              <a:t>This activity will require two prompts: one to build the agent and one to generate code.</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853440" y="18897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1</a:t>
            </a:r>
            <a:r>
              <a:rPr lang="en-US" b="1" dirty="0">
                <a:latin typeface="Arial" panose="020B0604020202020204" pitchFamily="34" charset="0"/>
                <a:ea typeface="Trebuchet MS" pitchFamily="34" charset="-122"/>
                <a:cs typeface="Arial" panose="020B0604020202020204" pitchFamily="34" charset="0"/>
              </a:rPr>
              <a:t>: Generate the agent</a:t>
            </a:r>
            <a:endParaRPr lang="en-US" dirty="0">
              <a:latin typeface="Arial" panose="020B0604020202020204" pitchFamily="34" charset="0"/>
              <a:cs typeface="Arial" panose="020B0604020202020204" pitchFamily="34" charset="0"/>
            </a:endParaRPr>
          </a:p>
        </p:txBody>
      </p:sp>
      <p:sp>
        <p:nvSpPr>
          <p:cNvPr id="5" name="Shape 3"/>
          <p:cNvSpPr/>
          <p:nvPr/>
        </p:nvSpPr>
        <p:spPr>
          <a:xfrm>
            <a:off x="853440" y="22555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6" name="Text 4"/>
          <p:cNvSpPr/>
          <p:nvPr/>
        </p:nvSpPr>
        <p:spPr>
          <a:xfrm>
            <a:off x="1097280" y="242999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45BF8E"/>
                </a:solidFill>
                <a:latin typeface="Consolas" pitchFamily="34" charset="0"/>
                <a:ea typeface="Consolas" pitchFamily="34" charset="-122"/>
                <a:cs typeface="Consolas" pitchFamily="34" charset="-120"/>
              </a:rPr>
              <a:t>rules.md</a:t>
            </a:r>
            <a:r>
              <a:rPr lang="en-US" sz="1733" dirty="0">
                <a:solidFill>
                  <a:srgbClr val="E2E8F0"/>
                </a:solidFill>
                <a:latin typeface="Consolas" pitchFamily="34" charset="0"/>
                <a:ea typeface="Consolas" pitchFamily="34" charset="-122"/>
                <a:cs typeface="Consolas" pitchFamily="34" charset="-120"/>
              </a:rPr>
              <a:t>, generate an agent file and save as </a:t>
            </a:r>
            <a:r>
              <a:rPr lang="en-US" sz="1733" b="1" dirty="0">
                <a:solidFill>
                  <a:srgbClr val="FCA5A5"/>
                </a:solidFill>
                <a:latin typeface="Consolas" pitchFamily="34" charset="0"/>
                <a:ea typeface="Consolas" pitchFamily="34" charset="-122"/>
                <a:cs typeface="Consolas" pitchFamily="34" charset="-120"/>
              </a:rPr>
              <a:t>agents.md</a:t>
            </a:r>
            <a:endParaRPr lang="en-US" sz="1733" dirty="0">
              <a:solidFill>
                <a:prstClr val="black"/>
              </a:solidFill>
              <a:latin typeface="Calibri" panose="020F0502020204030204"/>
            </a:endParaRPr>
          </a:p>
        </p:txBody>
      </p:sp>
      <p:sp>
        <p:nvSpPr>
          <p:cNvPr id="7" name="Text 5"/>
          <p:cNvSpPr/>
          <p:nvPr/>
        </p:nvSpPr>
        <p:spPr>
          <a:xfrm>
            <a:off x="853440" y="37185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2</a:t>
            </a:r>
            <a:r>
              <a:rPr lang="en-US" b="1" dirty="0">
                <a:latin typeface="Arial" panose="020B0604020202020204" pitchFamily="34" charset="0"/>
                <a:ea typeface="Trebuchet MS" pitchFamily="34" charset="-122"/>
                <a:cs typeface="Arial" panose="020B0604020202020204" pitchFamily="34" charset="0"/>
              </a:rPr>
              <a:t>: Generate the R script</a:t>
            </a:r>
            <a:endParaRPr lang="en-US" dirty="0">
              <a:latin typeface="Arial" panose="020B0604020202020204" pitchFamily="34" charset="0"/>
              <a:cs typeface="Arial" panose="020B0604020202020204" pitchFamily="34" charset="0"/>
            </a:endParaRPr>
          </a:p>
        </p:txBody>
      </p:sp>
      <p:sp>
        <p:nvSpPr>
          <p:cNvPr id="8" name="Shape 6"/>
          <p:cNvSpPr/>
          <p:nvPr/>
        </p:nvSpPr>
        <p:spPr>
          <a:xfrm>
            <a:off x="853440" y="40843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9" name="Text 7"/>
          <p:cNvSpPr/>
          <p:nvPr/>
        </p:nvSpPr>
        <p:spPr>
          <a:xfrm>
            <a:off x="1097280" y="426930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FCA5A5"/>
                </a:solidFill>
                <a:latin typeface="Consolas" pitchFamily="34" charset="0"/>
                <a:ea typeface="Consolas" pitchFamily="34" charset="-122"/>
                <a:cs typeface="Consolas" pitchFamily="34" charset="-120"/>
              </a:rPr>
              <a:t>agents.md</a:t>
            </a:r>
            <a:r>
              <a:rPr lang="en-US" sz="1733" dirty="0">
                <a:solidFill>
                  <a:srgbClr val="E2E8F0"/>
                </a:solidFill>
                <a:latin typeface="Consolas" pitchFamily="34" charset="0"/>
                <a:ea typeface="Consolas" pitchFamily="34" charset="-122"/>
                <a:cs typeface="Consolas" pitchFamily="34" charset="-120"/>
              </a:rPr>
              <a:t>, generate a Data Cleaning script and save as </a:t>
            </a:r>
            <a:r>
              <a:rPr lang="en-US" sz="1733" b="1" dirty="0">
                <a:solidFill>
                  <a:srgbClr val="7DD3FC"/>
                </a:solidFill>
                <a:latin typeface="Consolas" pitchFamily="34" charset="0"/>
                <a:ea typeface="Consolas" pitchFamily="34" charset="-122"/>
                <a:cs typeface="Consolas" pitchFamily="34" charset="-120"/>
              </a:rPr>
              <a:t>scripts/01_cleaning.R</a:t>
            </a:r>
            <a:endParaRPr lang="en-US" sz="1733" dirty="0">
              <a:solidFill>
                <a:prstClr val="black"/>
              </a:solidFill>
              <a:latin typeface="Calibri" panose="020F0502020204030204"/>
            </a:endParaRPr>
          </a:p>
        </p:txBody>
      </p:sp>
      <p:sp>
        <p:nvSpPr>
          <p:cNvPr id="10" name="Shape 8"/>
          <p:cNvSpPr/>
          <p:nvPr/>
        </p:nvSpPr>
        <p:spPr>
          <a:xfrm>
            <a:off x="853440" y="5608320"/>
            <a:ext cx="10485120" cy="853440"/>
          </a:xfrm>
          <a:prstGeom prst="rect">
            <a:avLst/>
          </a:prstGeom>
          <a:solidFill>
            <a:srgbClr val="F0F4F8"/>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11" name="Text 9"/>
          <p:cNvSpPr/>
          <p:nvPr/>
        </p:nvSpPr>
        <p:spPr>
          <a:xfrm>
            <a:off x="1097280" y="5669280"/>
            <a:ext cx="9997440" cy="731520"/>
          </a:xfrm>
          <a:prstGeom prst="rect">
            <a:avLst/>
          </a:prstGeom>
          <a:noFill/>
          <a:ln/>
        </p:spPr>
        <p:txBody>
          <a:bodyPr wrap="square" lIns="0" tIns="0" rIns="0" bIns="0" rtlCol="0" anchor="ctr"/>
          <a:lstStyle/>
          <a:p>
            <a:pPr defTabSz="1219170"/>
            <a:r>
              <a:rPr lang="en-US" i="1" dirty="0">
                <a:solidFill>
                  <a:srgbClr val="334155"/>
                </a:solidFill>
                <a:latin typeface="Arial" panose="020B0604020202020204" pitchFamily="34" charset="0"/>
                <a:ea typeface="Calibri" pitchFamily="34" charset="-122"/>
                <a:cs typeface="Arial" panose="020B0604020202020204" pitchFamily="34" charset="0"/>
              </a:rPr>
              <a:t>The rules doc is what YOU control. The agent is what the AI builds from it. The scripts are what the agent produces.</a:t>
            </a:r>
            <a:endParaRPr lang="en-US" dirty="0">
              <a:solidFill>
                <a:prstClr val="black"/>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E0A0A8-5578-6FE2-E954-4AB133BB7B07}"/>
              </a:ext>
            </a:extLst>
          </p:cNvPr>
          <p:cNvSpPr/>
          <p:nvPr/>
        </p:nvSpPr>
        <p:spPr>
          <a:xfrm>
            <a:off x="853440" y="191997"/>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Some Tips</a:t>
            </a:r>
            <a:endParaRPr lang="en-US" sz="4000"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2953918-2088-5187-6AE4-D44501979757}"/>
              </a:ext>
            </a:extLst>
          </p:cNvPr>
          <p:cNvPicPr>
            <a:picLocks noChangeAspect="1"/>
          </p:cNvPicPr>
          <p:nvPr/>
        </p:nvPicPr>
        <p:blipFill>
          <a:blip r:embed="rId2"/>
          <a:stretch>
            <a:fillRect/>
          </a:stretch>
        </p:blipFill>
        <p:spPr>
          <a:xfrm>
            <a:off x="777229" y="1326480"/>
            <a:ext cx="3686689" cy="2067213"/>
          </a:xfrm>
          <a:prstGeom prst="rect">
            <a:avLst/>
          </a:prstGeom>
        </p:spPr>
      </p:pic>
      <p:pic>
        <p:nvPicPr>
          <p:cNvPr id="6" name="Picture 5">
            <a:extLst>
              <a:ext uri="{FF2B5EF4-FFF2-40B4-BE49-F238E27FC236}">
                <a16:creationId xmlns:a16="http://schemas.microsoft.com/office/drawing/2014/main" id="{BA205079-6FA8-2F09-FEE7-35380CDA4192}"/>
              </a:ext>
            </a:extLst>
          </p:cNvPr>
          <p:cNvPicPr>
            <a:picLocks noChangeAspect="1"/>
          </p:cNvPicPr>
          <p:nvPr/>
        </p:nvPicPr>
        <p:blipFill>
          <a:blip r:embed="rId3"/>
          <a:stretch>
            <a:fillRect/>
          </a:stretch>
        </p:blipFill>
        <p:spPr>
          <a:xfrm>
            <a:off x="963561" y="3586245"/>
            <a:ext cx="3315992" cy="2806527"/>
          </a:xfrm>
          <a:prstGeom prst="rect">
            <a:avLst/>
          </a:prstGeom>
        </p:spPr>
      </p:pic>
      <p:sp>
        <p:nvSpPr>
          <p:cNvPr id="7" name="TextBox 6">
            <a:extLst>
              <a:ext uri="{FF2B5EF4-FFF2-40B4-BE49-F238E27FC236}">
                <a16:creationId xmlns:a16="http://schemas.microsoft.com/office/drawing/2014/main" id="{A4B54803-9BB1-2113-37AF-C284627EF967}"/>
              </a:ext>
            </a:extLst>
          </p:cNvPr>
          <p:cNvSpPr txBox="1"/>
          <p:nvPr/>
        </p:nvSpPr>
        <p:spPr>
          <a:xfrm>
            <a:off x="4982043" y="1482923"/>
            <a:ext cx="6628431" cy="1754326"/>
          </a:xfrm>
          <a:prstGeom prst="rect">
            <a:avLst/>
          </a:prstGeom>
          <a:solidFill>
            <a:schemeClr val="bg1"/>
          </a:solidFill>
          <a:ln w="57150">
            <a:solidFill>
              <a:schemeClr val="tx1"/>
            </a:solidFill>
          </a:ln>
        </p:spPr>
        <p:txBody>
          <a:bodyPr wrap="square" rtlCol="0">
            <a:spAutoFit/>
          </a:bodyPr>
          <a:lstStyle/>
          <a:p>
            <a:pPr algn="ctr"/>
            <a:r>
              <a:rPr lang="en-US" dirty="0"/>
              <a:t>Each time we make a change to a file via the integrated AI, the changes made from file version to file version are tracked. Each time you make a change, you will want to see what the AI did, and if happy with the change, click </a:t>
            </a:r>
            <a:r>
              <a:rPr lang="en-US" b="1" dirty="0"/>
              <a:t>Keep</a:t>
            </a:r>
            <a:r>
              <a:rPr lang="en-US" dirty="0"/>
              <a:t>. This will change the file in your working directory to match that with the changes made by the AI.</a:t>
            </a:r>
          </a:p>
        </p:txBody>
      </p:sp>
      <p:sp>
        <p:nvSpPr>
          <p:cNvPr id="8" name="TextBox 7">
            <a:extLst>
              <a:ext uri="{FF2B5EF4-FFF2-40B4-BE49-F238E27FC236}">
                <a16:creationId xmlns:a16="http://schemas.microsoft.com/office/drawing/2014/main" id="{FC6693F0-68A4-2F26-D899-FE006835828E}"/>
              </a:ext>
            </a:extLst>
          </p:cNvPr>
          <p:cNvSpPr txBox="1"/>
          <p:nvPr/>
        </p:nvSpPr>
        <p:spPr>
          <a:xfrm>
            <a:off x="4982042" y="4165390"/>
            <a:ext cx="6628431" cy="1754326"/>
          </a:xfrm>
          <a:prstGeom prst="rect">
            <a:avLst/>
          </a:prstGeom>
          <a:solidFill>
            <a:schemeClr val="bg1"/>
          </a:solidFill>
          <a:ln w="57150">
            <a:solidFill>
              <a:schemeClr val="tx1"/>
            </a:solidFill>
          </a:ln>
        </p:spPr>
        <p:txBody>
          <a:bodyPr wrap="square" rtlCol="0">
            <a:spAutoFit/>
          </a:bodyPr>
          <a:lstStyle/>
          <a:p>
            <a:pPr algn="ctr"/>
            <a:r>
              <a:rPr lang="en-US" dirty="0"/>
              <a:t>The AI may try to run the code directly within the chat window. This can be buggy at times, so we suggest skipping this suggestion and running locally (via the editor window). If you decide to run via the chat window, you may be given a series of prompts until R is found on your local machine. To skip and run locally, click </a:t>
            </a:r>
            <a:r>
              <a:rPr lang="en-US" b="1" dirty="0"/>
              <a:t>Skip</a:t>
            </a:r>
            <a:r>
              <a:rPr lang="en-US" dirty="0"/>
              <a:t>. </a:t>
            </a:r>
          </a:p>
        </p:txBody>
      </p:sp>
    </p:spTree>
    <p:extLst>
      <p:ext uri="{BB962C8B-B14F-4D97-AF65-F5344CB8AC3E}">
        <p14:creationId xmlns:p14="http://schemas.microsoft.com/office/powerpoint/2010/main" val="140043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30A78E0-743E-B87F-6849-532CE73E3024}"/>
              </a:ext>
            </a:extLst>
          </p:cNvPr>
          <p:cNvSpPr/>
          <p:nvPr/>
        </p:nvSpPr>
        <p:spPr>
          <a:xfrm>
            <a:off x="853440" y="1378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DEEBAA79-8517-E6A8-B34D-D0D181F0B288}"/>
              </a:ext>
            </a:extLst>
          </p:cNvPr>
          <p:cNvSpPr/>
          <p:nvPr/>
        </p:nvSpPr>
        <p:spPr>
          <a:xfrm>
            <a:off x="1111994" y="2377091"/>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CC8E3E80-482C-656F-AA63-3F6DE4553B50}"/>
              </a:ext>
            </a:extLst>
          </p:cNvPr>
          <p:cNvSpPr/>
          <p:nvPr/>
        </p:nvSpPr>
        <p:spPr>
          <a:xfrm>
            <a:off x="1111994" y="2377091"/>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EBD04F2E-E14E-03AE-5B61-7C444ED253AA}"/>
              </a:ext>
            </a:extLst>
          </p:cNvPr>
          <p:cNvSpPr/>
          <p:nvPr/>
        </p:nvSpPr>
        <p:spPr>
          <a:xfrm>
            <a:off x="1782554" y="2315185"/>
            <a:ext cx="9144000" cy="607709"/>
          </a:xfrm>
          <a:prstGeom prst="rect">
            <a:avLst/>
          </a:prstGeom>
          <a:noFill/>
          <a:ln/>
        </p:spPr>
        <p:txBody>
          <a:bodyPr wrap="square" lIns="0" tIns="0" rIns="0" bIns="0" rtlCol="0" anchor="ctr"/>
          <a:lstStyle/>
          <a:p>
            <a:pPr lvl="0" defTabSz="1219170"/>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project folder and double-check that it contains </a:t>
            </a:r>
            <a:r>
              <a:rPr lang="en-US" sz="2000" i="1" dirty="0">
                <a:latin typeface="Arial" panose="020B0604020202020204" pitchFamily="34" charset="0"/>
                <a:ea typeface="Calibri" pitchFamily="34" charset="-122"/>
                <a:cs typeface="Arial" panose="020B0604020202020204" pitchFamily="34" charset="0"/>
              </a:rPr>
              <a:t>data/Weekly Hospital Respiratory Data (HRD) Metrics by Jurisdiction.csv</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15829C53-03D6-1569-546B-4E2437563B2C}"/>
              </a:ext>
            </a:extLst>
          </p:cNvPr>
          <p:cNvSpPr/>
          <p:nvPr/>
        </p:nvSpPr>
        <p:spPr>
          <a:xfrm>
            <a:off x="1101481" y="3258044"/>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49F32C4E-621C-03F1-0A91-E0DBD9984CCB}"/>
              </a:ext>
            </a:extLst>
          </p:cNvPr>
          <p:cNvSpPr/>
          <p:nvPr/>
        </p:nvSpPr>
        <p:spPr>
          <a:xfrm>
            <a:off x="1101481" y="3258044"/>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0C00A2FC-6858-672F-BD70-95BA21BAD6DC}"/>
              </a:ext>
            </a:extLst>
          </p:cNvPr>
          <p:cNvSpPr/>
          <p:nvPr/>
        </p:nvSpPr>
        <p:spPr>
          <a:xfrm>
            <a:off x="1772041" y="3258043"/>
            <a:ext cx="9144000" cy="52614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rules.md file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read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Data Cleaning Rules</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Make sure all rules match those specified on the earlier slide. If you have any questions, please let us know.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C69F5978-29E5-0397-3B78-FF0541394485}"/>
              </a:ext>
            </a:extLst>
          </p:cNvPr>
          <p:cNvSpPr/>
          <p:nvPr/>
        </p:nvSpPr>
        <p:spPr>
          <a:xfrm>
            <a:off x="1111994" y="4119340"/>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B30FF4D9-1D72-47B9-ED32-64B0595DB4C0}"/>
              </a:ext>
            </a:extLst>
          </p:cNvPr>
          <p:cNvSpPr/>
          <p:nvPr/>
        </p:nvSpPr>
        <p:spPr>
          <a:xfrm>
            <a:off x="1111994" y="4119340"/>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Text 10">
            <a:extLst>
              <a:ext uri="{FF2B5EF4-FFF2-40B4-BE49-F238E27FC236}">
                <a16:creationId xmlns:a16="http://schemas.microsoft.com/office/drawing/2014/main" id="{87164228-EED9-2290-18BA-B80C7E76CF86}"/>
              </a:ext>
            </a:extLst>
          </p:cNvPr>
          <p:cNvSpPr/>
          <p:nvPr/>
        </p:nvSpPr>
        <p:spPr>
          <a:xfrm>
            <a:off x="1782554" y="4119340"/>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Prompt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from the rules document</a:t>
            </a:r>
            <a:r>
              <a:rPr lang="en-US" sz="2000" dirty="0">
                <a:latin typeface="Arial" panose="020B0604020202020204" pitchFamily="34" charset="0"/>
                <a:ea typeface="Calibri" pitchFamily="34" charset="-122"/>
                <a:cs typeface="Arial" panose="020B0604020202020204" pitchFamily="34" charset="0"/>
              </a:rPr>
              <a:t> (</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1</a:t>
            </a:r>
            <a:r>
              <a:rPr lang="en-US" sz="2000" dirty="0">
                <a:latin typeface="Arial" panose="020B0604020202020204" pitchFamily="34" charset="0"/>
                <a:ea typeface="Calibri" pitchFamily="34" charset="-122"/>
                <a:cs typeface="Arial" panose="020B0604020202020204" pitchFamily="34" charset="0"/>
              </a:rPr>
              <a:t> prompt from Slide 10).</a:t>
            </a:r>
            <a:endParaRPr kumimoji="0" 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A1BA130A-23BE-4AAC-0FEE-887AF4C3E4DF}"/>
              </a:ext>
            </a:extLst>
          </p:cNvPr>
          <p:cNvSpPr/>
          <p:nvPr/>
        </p:nvSpPr>
        <p:spPr>
          <a:xfrm>
            <a:off x="1111994" y="4917786"/>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1DB12B9E-447A-F2AA-978E-19D4C33F2820}"/>
              </a:ext>
            </a:extLst>
          </p:cNvPr>
          <p:cNvSpPr/>
          <p:nvPr/>
        </p:nvSpPr>
        <p:spPr>
          <a:xfrm>
            <a:off x="1111994" y="4917786"/>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1E792020-C6AD-9A45-CB84-9F1CAD79403E}"/>
              </a:ext>
            </a:extLst>
          </p:cNvPr>
          <p:cNvSpPr/>
          <p:nvPr/>
        </p:nvSpPr>
        <p:spPr>
          <a:xfrm>
            <a:off x="1782554" y="4917786"/>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scripts/01_cleaning.R</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2</a:t>
            </a:r>
            <a:r>
              <a:rPr lang="en-US" sz="2000" dirty="0">
                <a:latin typeface="Arial" panose="020B0604020202020204" pitchFamily="34" charset="0"/>
                <a:ea typeface="Calibri" pitchFamily="34" charset="-122"/>
                <a:cs typeface="Arial" panose="020B0604020202020204" pitchFamily="34" charset="0"/>
              </a:rPr>
              <a:t> prompt from Slide 10).</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5" name="Shape 14">
            <a:extLst>
              <a:ext uri="{FF2B5EF4-FFF2-40B4-BE49-F238E27FC236}">
                <a16:creationId xmlns:a16="http://schemas.microsoft.com/office/drawing/2014/main" id="{1440B5C5-99F6-E1E1-7686-65509252E43A}"/>
              </a:ext>
            </a:extLst>
          </p:cNvPr>
          <p:cNvSpPr/>
          <p:nvPr/>
        </p:nvSpPr>
        <p:spPr>
          <a:xfrm>
            <a:off x="1101481" y="5779082"/>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6" name="Text 15">
            <a:extLst>
              <a:ext uri="{FF2B5EF4-FFF2-40B4-BE49-F238E27FC236}">
                <a16:creationId xmlns:a16="http://schemas.microsoft.com/office/drawing/2014/main" id="{3D2332E3-D1C1-2917-0F33-9A46A2875E11}"/>
              </a:ext>
            </a:extLst>
          </p:cNvPr>
          <p:cNvSpPr/>
          <p:nvPr/>
        </p:nvSpPr>
        <p:spPr>
          <a:xfrm>
            <a:off x="1101481" y="5779082"/>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5</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6">
            <a:extLst>
              <a:ext uri="{FF2B5EF4-FFF2-40B4-BE49-F238E27FC236}">
                <a16:creationId xmlns:a16="http://schemas.microsoft.com/office/drawing/2014/main" id="{E944A787-C0E0-7E63-55FE-38183FFDB167}"/>
              </a:ext>
            </a:extLst>
          </p:cNvPr>
          <p:cNvSpPr/>
          <p:nvPr/>
        </p:nvSpPr>
        <p:spPr>
          <a:xfrm>
            <a:off x="1772041" y="5779082"/>
            <a:ext cx="914400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Run the script, check the output CSV has 3 columns: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week</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location</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value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and you have the </a:t>
            </a:r>
            <a:r>
              <a:rPr kumimoji="0" lang="en-US" sz="2000" b="0" i="0" u="none" strike="noStrike" kern="1200" cap="none" spc="0" normalizeH="0" baseline="0" noProof="0" dirty="0" err="1">
                <a:ln>
                  <a:noFill/>
                </a:ln>
                <a:effectLst/>
                <a:uLnTx/>
                <a:uFillTx/>
                <a:latin typeface="Arial" panose="020B0604020202020204" pitchFamily="34" charset="0"/>
                <a:ea typeface="Calibri" pitchFamily="34" charset="-122"/>
                <a:cs typeface="Arial" panose="020B0604020202020204" pitchFamily="34" charset="0"/>
              </a:rPr>
              <a:t>epicurve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of the data.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3C38A973-21C1-C28F-0F8E-758B0F44D030}"/>
              </a:ext>
            </a:extLst>
          </p:cNvPr>
          <p:cNvSpPr/>
          <p:nvPr/>
        </p:nvSpPr>
        <p:spPr>
          <a:xfrm>
            <a:off x="914400" y="1151461"/>
            <a:ext cx="10363200" cy="853439"/>
          </a:xfrm>
          <a:prstGeom prst="roundRect">
            <a:avLst/>
          </a:prstGeom>
          <a:solidFill>
            <a:schemeClr val="bg1">
              <a:lumMod val="95000"/>
            </a:schemeClr>
          </a:solidFill>
          <a:ln/>
        </p:spPr>
        <p:txBody>
          <a:bodyPr wrap="square" lIns="0" tIns="0" rIns="0" bIns="0" rtlCol="0" anchor="ctr"/>
          <a:lstStyle/>
          <a:p>
            <a:pPr algn="ctr">
              <a:spcAft>
                <a:spcPts val="0"/>
              </a:spcAft>
              <a:buNone/>
            </a:pPr>
            <a:r>
              <a:rPr lang="en-US" sz="2200"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we will work through Tasks 1 through 5 to create the </a:t>
            </a:r>
            <a:r>
              <a:rPr lang="en-US" sz="2200" b="1" dirty="0">
                <a:solidFill>
                  <a:srgbClr val="000000"/>
                </a:solidFill>
                <a:latin typeface="Arial" pitchFamily="34" charset="0"/>
                <a:cs typeface="Arial" pitchFamily="34" charset="0"/>
              </a:rPr>
              <a:t>agents.md </a:t>
            </a:r>
            <a:r>
              <a:rPr lang="en-US" sz="2200" dirty="0">
                <a:solidFill>
                  <a:srgbClr val="000000"/>
                </a:solidFill>
                <a:latin typeface="Arial" pitchFamily="34" charset="0"/>
                <a:cs typeface="Arial" pitchFamily="34" charset="0"/>
              </a:rPr>
              <a:t>file &amp; data cleaning script, as well as prepare the data and get the </a:t>
            </a:r>
            <a:r>
              <a:rPr lang="en-US" sz="2200" dirty="0" err="1">
                <a:solidFill>
                  <a:srgbClr val="000000"/>
                </a:solidFill>
                <a:latin typeface="Arial" pitchFamily="34" charset="0"/>
                <a:cs typeface="Arial" pitchFamily="34" charset="0"/>
              </a:rPr>
              <a:t>epicurve</a:t>
            </a:r>
            <a:r>
              <a:rPr lang="en-US" sz="2200" dirty="0">
                <a:solidFill>
                  <a:srgbClr val="000000"/>
                </a:solidFill>
                <a:latin typeface="Arial" pitchFamily="34" charset="0"/>
                <a:cs typeface="Arial" pitchFamily="34" charset="0"/>
              </a:rPr>
              <a:t>. </a:t>
            </a:r>
          </a:p>
        </p:txBody>
      </p:sp>
      <p:pic>
        <p:nvPicPr>
          <p:cNvPr id="20" name="Picture 19"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663312" y="87958"/>
            <a:ext cx="981703" cy="981703"/>
          </a:xfrm>
          <a:prstGeom prst="rect">
            <a:avLst/>
          </a:prstGeom>
        </p:spPr>
      </p:pic>
    </p:spTree>
    <p:extLst>
      <p:ext uri="{BB962C8B-B14F-4D97-AF65-F5344CB8AC3E}">
        <p14:creationId xmlns:p14="http://schemas.microsoft.com/office/powerpoint/2010/main" val="384861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A0B6-7C39-72C0-A44C-49F0C9B3091F}"/>
              </a:ext>
            </a:extLst>
          </p:cNvPr>
          <p:cNvSpPr txBox="1">
            <a:spLocks/>
          </p:cNvSpPr>
          <p:nvPr/>
        </p:nvSpPr>
        <p:spPr>
          <a:xfrm>
            <a:off x="838200" y="3096541"/>
            <a:ext cx="10515600" cy="6649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2"/>
                </a:solidFill>
                <a:latin typeface="Arial" panose="020B0604020202020204" pitchFamily="34" charset="0"/>
                <a:cs typeface="Arial" panose="020B0604020202020204" pitchFamily="34" charset="0"/>
              </a:rPr>
              <a:t>Expected Process &amp; Results</a:t>
            </a:r>
          </a:p>
        </p:txBody>
      </p:sp>
    </p:spTree>
    <p:extLst>
      <p:ext uri="{BB962C8B-B14F-4D97-AF65-F5344CB8AC3E}">
        <p14:creationId xmlns:p14="http://schemas.microsoft.com/office/powerpoint/2010/main" val="3465056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DF3032-93CA-EF79-EE7C-86175058C1C6}"/>
              </a:ext>
            </a:extLst>
          </p:cNvPr>
          <p:cNvPicPr>
            <a:picLocks noChangeAspect="1"/>
          </p:cNvPicPr>
          <p:nvPr/>
        </p:nvPicPr>
        <p:blipFill>
          <a:blip r:embed="rId2"/>
          <a:stretch>
            <a:fillRect/>
          </a:stretch>
        </p:blipFill>
        <p:spPr>
          <a:xfrm>
            <a:off x="219790" y="162910"/>
            <a:ext cx="2564581" cy="6532179"/>
          </a:xfrm>
          <a:prstGeom prst="rect">
            <a:avLst/>
          </a:prstGeom>
        </p:spPr>
      </p:pic>
      <p:pic>
        <p:nvPicPr>
          <p:cNvPr id="14" name="Picture 13">
            <a:extLst>
              <a:ext uri="{FF2B5EF4-FFF2-40B4-BE49-F238E27FC236}">
                <a16:creationId xmlns:a16="http://schemas.microsoft.com/office/drawing/2014/main" id="{6002E621-9DBD-E43F-5C8A-FAD13E0CC42F}"/>
              </a:ext>
            </a:extLst>
          </p:cNvPr>
          <p:cNvPicPr>
            <a:picLocks noChangeAspect="1"/>
          </p:cNvPicPr>
          <p:nvPr/>
        </p:nvPicPr>
        <p:blipFill>
          <a:blip r:embed="rId3"/>
          <a:stretch>
            <a:fillRect/>
          </a:stretch>
        </p:blipFill>
        <p:spPr>
          <a:xfrm>
            <a:off x="3304415" y="1055502"/>
            <a:ext cx="8526065" cy="5639587"/>
          </a:xfrm>
          <a:prstGeom prst="rect">
            <a:avLst/>
          </a:prstGeom>
        </p:spPr>
      </p:pic>
      <p:sp>
        <p:nvSpPr>
          <p:cNvPr id="15" name="Text 0">
            <a:extLst>
              <a:ext uri="{FF2B5EF4-FFF2-40B4-BE49-F238E27FC236}">
                <a16:creationId xmlns:a16="http://schemas.microsoft.com/office/drawing/2014/main" id="{E892D8CA-A042-1FD4-51E7-F9EAB5DF2198}"/>
              </a:ext>
            </a:extLst>
          </p:cNvPr>
          <p:cNvSpPr/>
          <p:nvPr/>
        </p:nvSpPr>
        <p:spPr>
          <a:xfrm>
            <a:off x="3304415" y="126123"/>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agents.md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28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5706A1-708B-A92B-FCB4-1EBCD90ADAD5}"/>
              </a:ext>
            </a:extLst>
          </p:cNvPr>
          <p:cNvPicPr>
            <a:picLocks noChangeAspect="1"/>
          </p:cNvPicPr>
          <p:nvPr/>
        </p:nvPicPr>
        <p:blipFill>
          <a:blip r:embed="rId2"/>
          <a:stretch>
            <a:fillRect/>
          </a:stretch>
        </p:blipFill>
        <p:spPr>
          <a:xfrm>
            <a:off x="169781" y="0"/>
            <a:ext cx="2564058" cy="6858000"/>
          </a:xfrm>
          <a:prstGeom prst="rect">
            <a:avLst/>
          </a:prstGeom>
        </p:spPr>
      </p:pic>
      <p:pic>
        <p:nvPicPr>
          <p:cNvPr id="5" name="Picture 4">
            <a:extLst>
              <a:ext uri="{FF2B5EF4-FFF2-40B4-BE49-F238E27FC236}">
                <a16:creationId xmlns:a16="http://schemas.microsoft.com/office/drawing/2014/main" id="{1AA89530-7467-3BF7-2543-1910D53B677C}"/>
              </a:ext>
            </a:extLst>
          </p:cNvPr>
          <p:cNvPicPr>
            <a:picLocks noChangeAspect="1"/>
          </p:cNvPicPr>
          <p:nvPr/>
        </p:nvPicPr>
        <p:blipFill>
          <a:blip r:embed="rId3"/>
          <a:stretch>
            <a:fillRect/>
          </a:stretch>
        </p:blipFill>
        <p:spPr>
          <a:xfrm>
            <a:off x="2911895" y="0"/>
            <a:ext cx="2581996" cy="6858000"/>
          </a:xfrm>
          <a:prstGeom prst="rect">
            <a:avLst/>
          </a:prstGeom>
        </p:spPr>
      </p:pic>
      <p:pic>
        <p:nvPicPr>
          <p:cNvPr id="7" name="Picture 6">
            <a:extLst>
              <a:ext uri="{FF2B5EF4-FFF2-40B4-BE49-F238E27FC236}">
                <a16:creationId xmlns:a16="http://schemas.microsoft.com/office/drawing/2014/main" id="{5DCE7F06-2013-5B43-E1F3-B484EF866F36}"/>
              </a:ext>
            </a:extLst>
          </p:cNvPr>
          <p:cNvPicPr>
            <a:picLocks noChangeAspect="1"/>
          </p:cNvPicPr>
          <p:nvPr/>
        </p:nvPicPr>
        <p:blipFill>
          <a:blip r:embed="rId4"/>
          <a:stretch>
            <a:fillRect/>
          </a:stretch>
        </p:blipFill>
        <p:spPr>
          <a:xfrm>
            <a:off x="5671947" y="0"/>
            <a:ext cx="2657819" cy="6858000"/>
          </a:xfrm>
          <a:prstGeom prst="rect">
            <a:avLst/>
          </a:prstGeom>
        </p:spPr>
      </p:pic>
      <p:sp>
        <p:nvSpPr>
          <p:cNvPr id="10" name="TextBox 9">
            <a:extLst>
              <a:ext uri="{FF2B5EF4-FFF2-40B4-BE49-F238E27FC236}">
                <a16:creationId xmlns:a16="http://schemas.microsoft.com/office/drawing/2014/main" id="{7F8000BF-F1E9-FA90-B0AB-9C4E24D35D44}"/>
              </a:ext>
            </a:extLst>
          </p:cNvPr>
          <p:cNvSpPr txBox="1"/>
          <p:nvPr/>
        </p:nvSpPr>
        <p:spPr>
          <a:xfrm>
            <a:off x="8597461" y="1827129"/>
            <a:ext cx="3331779" cy="4801314"/>
          </a:xfrm>
          <a:prstGeom prst="rect">
            <a:avLst/>
          </a:prstGeom>
          <a:solidFill>
            <a:schemeClr val="bg1"/>
          </a:solidFill>
          <a:ln w="57150">
            <a:solidFill>
              <a:schemeClr val="tx1"/>
            </a:solidFill>
          </a:ln>
        </p:spPr>
        <p:txBody>
          <a:bodyPr wrap="square" rtlCol="0">
            <a:spAutoFit/>
          </a:bodyPr>
          <a:lstStyle/>
          <a:p>
            <a:pPr algn="ctr"/>
            <a:r>
              <a:rPr lang="en-US" dirty="0"/>
              <a:t>When generating the </a:t>
            </a:r>
            <a:r>
              <a:rPr lang="en-US" i="1" dirty="0"/>
              <a:t>01_cleaning.R </a:t>
            </a:r>
            <a:r>
              <a:rPr lang="en-US" dirty="0"/>
              <a:t>script, the AI may prompt you multiple times at many steps from your initial message to the script. </a:t>
            </a:r>
          </a:p>
          <a:p>
            <a:pPr algn="ctr"/>
            <a:endParaRPr lang="en-US" dirty="0"/>
          </a:p>
          <a:p>
            <a:pPr algn="ctr"/>
            <a:r>
              <a:rPr lang="en-US" dirty="0"/>
              <a:t>For example, in the initial picture, it is asking permission to look at the data. In the second picture, it is asking permission to run the script (Skipped for this activity; see earlier slide). </a:t>
            </a:r>
          </a:p>
          <a:p>
            <a:pPr algn="ctr"/>
            <a:endParaRPr lang="en-US" dirty="0"/>
          </a:p>
          <a:p>
            <a:pPr algn="ctr"/>
            <a:r>
              <a:rPr lang="en-US" dirty="0"/>
              <a:t>The key is to read </a:t>
            </a:r>
            <a:r>
              <a:rPr lang="en-US" b="1" dirty="0"/>
              <a:t>WHY</a:t>
            </a:r>
            <a:r>
              <a:rPr lang="en-US" dirty="0"/>
              <a:t> you are being asked a question before clicking </a:t>
            </a:r>
            <a:r>
              <a:rPr lang="en-US" b="1" dirty="0"/>
              <a:t>Allow </a:t>
            </a:r>
            <a:r>
              <a:rPr lang="en-US" dirty="0"/>
              <a:t>or </a:t>
            </a:r>
            <a:r>
              <a:rPr lang="en-US" b="1" dirty="0"/>
              <a:t>Keep</a:t>
            </a:r>
            <a:r>
              <a:rPr lang="en-US" dirty="0"/>
              <a:t>. </a:t>
            </a:r>
          </a:p>
        </p:txBody>
      </p:sp>
      <p:sp>
        <p:nvSpPr>
          <p:cNvPr id="11" name="Text 0">
            <a:extLst>
              <a:ext uri="{FF2B5EF4-FFF2-40B4-BE49-F238E27FC236}">
                <a16:creationId xmlns:a16="http://schemas.microsoft.com/office/drawing/2014/main" id="{315DA765-C532-511E-DC69-2C51FFC40906}"/>
              </a:ext>
            </a:extLst>
          </p:cNvPr>
          <p:cNvSpPr/>
          <p:nvPr/>
        </p:nvSpPr>
        <p:spPr>
          <a:xfrm>
            <a:off x="8449264" y="515006"/>
            <a:ext cx="3628171"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 Script</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27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E2F3DA-2154-4707-9D5A-609AC815E31E}"/>
              </a:ext>
            </a:extLst>
          </p:cNvPr>
          <p:cNvPicPr>
            <a:picLocks noChangeAspect="1"/>
          </p:cNvPicPr>
          <p:nvPr/>
        </p:nvPicPr>
        <p:blipFill>
          <a:blip r:embed="rId2"/>
          <a:stretch>
            <a:fillRect/>
          </a:stretch>
        </p:blipFill>
        <p:spPr>
          <a:xfrm>
            <a:off x="1651967" y="834686"/>
            <a:ext cx="8888065" cy="5630061"/>
          </a:xfrm>
          <a:prstGeom prst="rect">
            <a:avLst/>
          </a:prstGeom>
        </p:spPr>
      </p:pic>
      <p:sp>
        <p:nvSpPr>
          <p:cNvPr id="6" name="Text 0">
            <a:extLst>
              <a:ext uri="{FF2B5EF4-FFF2-40B4-BE49-F238E27FC236}">
                <a16:creationId xmlns:a16="http://schemas.microsoft.com/office/drawing/2014/main" id="{67F31C44-78D5-54C1-AC09-3AE88C7EA3BC}"/>
              </a:ext>
            </a:extLst>
          </p:cNvPr>
          <p:cNvSpPr/>
          <p:nvPr/>
        </p:nvSpPr>
        <p:spPr>
          <a:xfrm>
            <a:off x="2139886" y="0"/>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01_cleaning.R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39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5B0D438-194F-CB71-2DE5-BDA48FCD7DF4}"/>
              </a:ext>
            </a:extLst>
          </p:cNvPr>
          <p:cNvSpPr/>
          <p:nvPr/>
        </p:nvSpPr>
        <p:spPr>
          <a:xfrm>
            <a:off x="2139887" y="166918"/>
            <a:ext cx="7912225"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a:t>
            </a:r>
            <a:r>
              <a:rPr lang="en-US" sz="4000" b="1" dirty="0" err="1">
                <a:solidFill>
                  <a:srgbClr val="7030A0"/>
                </a:solidFill>
                <a:latin typeface="Arial" panose="020B0604020202020204" pitchFamily="34" charset="0"/>
                <a:cs typeface="Arial" panose="020B0604020202020204" pitchFamily="34" charset="0"/>
              </a:rPr>
              <a:t>Epicurve</a:t>
            </a:r>
            <a:endParaRPr lang="en-US" sz="4000" dirty="0">
              <a:solidFill>
                <a:srgbClr val="7030A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9FAD540-9060-126D-3955-CA74852951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850" y="1170234"/>
            <a:ext cx="10662300" cy="5331150"/>
          </a:xfrm>
          <a:prstGeom prst="rect">
            <a:avLst/>
          </a:prstGeom>
        </p:spPr>
      </p:pic>
    </p:spTree>
    <p:extLst>
      <p:ext uri="{BB962C8B-B14F-4D97-AF65-F5344CB8AC3E}">
        <p14:creationId xmlns:p14="http://schemas.microsoft.com/office/powerpoint/2010/main" val="162927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05B4E4-A127-A5CF-8B5B-090B1CD52689}"/>
              </a:ext>
            </a:extLst>
          </p:cNvPr>
          <p:cNvPicPr>
            <a:picLocks noChangeAspect="1"/>
          </p:cNvPicPr>
          <p:nvPr/>
        </p:nvPicPr>
        <p:blipFill>
          <a:blip r:embed="rId2"/>
          <a:stretch>
            <a:fillRect/>
          </a:stretch>
        </p:blipFill>
        <p:spPr>
          <a:xfrm>
            <a:off x="1526202" y="1168254"/>
            <a:ext cx="9139596" cy="5408593"/>
          </a:xfrm>
          <a:prstGeom prst="rect">
            <a:avLst/>
          </a:prstGeom>
        </p:spPr>
      </p:pic>
      <p:sp>
        <p:nvSpPr>
          <p:cNvPr id="6" name="Text 0">
            <a:extLst>
              <a:ext uri="{FF2B5EF4-FFF2-40B4-BE49-F238E27FC236}">
                <a16:creationId xmlns:a16="http://schemas.microsoft.com/office/drawing/2014/main" id="{D0872C63-C215-6B69-9C75-0B90AF84F455}"/>
              </a:ext>
            </a:extLst>
          </p:cNvPr>
          <p:cNvSpPr/>
          <p:nvPr/>
        </p:nvSpPr>
        <p:spPr>
          <a:xfrm>
            <a:off x="173421" y="166918"/>
            <a:ext cx="11845159"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Dataset: </a:t>
            </a:r>
            <a:r>
              <a:rPr lang="en-US" sz="4000" b="1" i="1" dirty="0">
                <a:solidFill>
                  <a:srgbClr val="7030A0"/>
                </a:solidFill>
                <a:latin typeface="Arial" panose="020B0604020202020204" pitchFamily="34" charset="0"/>
                <a:cs typeface="Arial" panose="020B0604020202020204" pitchFamily="34" charset="0"/>
              </a:rPr>
              <a:t>cleaned_flu_admissions.csv</a:t>
            </a:r>
            <a:endParaRPr lang="en-US" sz="4000" i="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8258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449325D-2E06-4339-AD70-9B63808D0BB7}">
  <we:reference id="WA200010001" version="1.0.0.1" store="Omex" storeType="OMEX"/>
  <we:alternateReferences>
    <we:reference id="WA200010001" version="1.0.0.1" store="WA200010001" storeType="OMEX"/>
  </we:alternateReferences>
  <we:properties>
    <we:property name="claude.fileId" value="&quot;b3dd1331-4ddd-41fe-b204-1c4c0e8293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5386</TotalTime>
  <Words>1268</Words>
  <Application>Microsoft Office PowerPoint</Application>
  <PresentationFormat>Widescreen</PresentationFormat>
  <Paragraphs>139</Paragraphs>
  <Slides>18</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Consolas</vt:lpstr>
      <vt:lpstr>Trebuchet MS</vt:lpstr>
      <vt:lpstr>Office Theme</vt:lpstr>
      <vt:lpstr>Activity 01: Data Cleaning &amp; Visuals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12</cp:revision>
  <dcterms:created xsi:type="dcterms:W3CDTF">2026-06-30T15:31:48Z</dcterms:created>
  <dcterms:modified xsi:type="dcterms:W3CDTF">2026-07-21T20:02:27Z</dcterms:modified>
</cp:coreProperties>
</file>